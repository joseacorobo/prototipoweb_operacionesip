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sldIdLst>
    <p:sldId id="265" r:id="rId5"/>
    <p:sldId id="277" r:id="rId6"/>
    <p:sldId id="264" r:id="rId7"/>
    <p:sldId id="259" r:id="rId8"/>
    <p:sldId id="261" r:id="rId9"/>
    <p:sldId id="278" r:id="rId10"/>
    <p:sldId id="713" r:id="rId11"/>
    <p:sldId id="292" r:id="rId12"/>
    <p:sldId id="714" r:id="rId13"/>
    <p:sldId id="715" r:id="rId14"/>
    <p:sldId id="716" r:id="rId15"/>
    <p:sldId id="280" r:id="rId16"/>
    <p:sldId id="351" r:id="rId17"/>
    <p:sldId id="7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0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9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0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31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86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7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4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5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52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887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593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040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42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76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287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474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148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6491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358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173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6A386D4-4492-6FB6-6E9A-A93BDD97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A32BD-21A4-4E8F-A114-A9D08E4C1375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BDB3451E-8773-3D76-1188-7A4A1924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8DFE3E52-EDE9-B839-3034-956767D1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143EE-D729-4E4D-8EB1-7C45CA83817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429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3BFE5708-654D-4C14-EF24-6B86DA9C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B09DE-69D7-423B-A4B4-CD32807B5079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60FF0E25-29E6-1128-E2F7-584C892E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07586F3-C740-197F-5356-20A158FF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972D2-3D61-49F8-ADD2-422BB730A63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4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FC87C753-E4DF-4603-AC47-BBE85B07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F3B69-A09C-4E95-9853-3F3215FBC082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048CF2B2-5CF5-F6EF-34C3-A3CA58AE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17A29E44-E12E-EA64-C934-335EE84C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2C7CD-BF4B-4B15-A1A0-E2D74D59BF0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36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E28A5C47-8E8A-5ACE-259C-A53F7E3D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6560D-3F49-4C29-B5FB-4A7ED7B2E58D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033EAD2A-EDCA-1BB5-3D2D-8AAA514C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1CCAAC6B-B2F8-EE29-DA27-D3CFDEAA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BD77F-FA81-480A-8D73-67629358E29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50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747156C8-EC48-8453-DD7E-52D12111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CD8EE-B824-4F3D-8573-695FD8A0DF7C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4D0C6553-23FB-85DE-31EE-B73B4B9E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5 Marcador de número de diapositiva">
            <a:extLst>
              <a:ext uri="{FF2B5EF4-FFF2-40B4-BE49-F238E27FC236}">
                <a16:creationId xmlns:a16="http://schemas.microsoft.com/office/drawing/2014/main" id="{C2FBA388-BAC6-43F5-1F43-916AFEF7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DF4BE-83B2-4C9F-8B3E-10820D6A99B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8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60F19E8D-C177-43EE-AFDE-A3851D54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45BDB-40BD-4853-905B-6F9393BE3A93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7AA38FF8-7DFB-0F53-13F9-C2C14357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A9EFD9AA-FA59-D89E-84C5-34AF4A57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6C2-5BDD-403F-969C-A55807EF5D0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06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>
              <a:ext uri="{FF2B5EF4-FFF2-40B4-BE49-F238E27FC236}">
                <a16:creationId xmlns:a16="http://schemas.microsoft.com/office/drawing/2014/main" id="{7BB4C7B6-C10C-EA9F-5996-152EBA9D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5423D-98F0-481C-8139-2B2A0F42CC13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3" name="4 Marcador de pie de página">
            <a:extLst>
              <a:ext uri="{FF2B5EF4-FFF2-40B4-BE49-F238E27FC236}">
                <a16:creationId xmlns:a16="http://schemas.microsoft.com/office/drawing/2014/main" id="{460A961F-B034-BC1F-F738-CA868519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03CFA09A-689C-F510-2234-1AD8CC92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9AC1-4AEB-4336-8104-DE679E162F0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154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12B18C5D-67C9-F26A-F940-A74DBC36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8915A-3E21-4E1B-B369-50E6C2D91959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7B65E828-495D-BE0A-01CC-A97E42EE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8C84967B-E12B-7B7D-3ABF-F578FAD1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0401D-E174-435C-8ECC-B1FB8BF79E8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18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1E7CAD73-23BC-8761-6D99-530C79AD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F521E-783D-43EC-9667-A09EBB06A52D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8913997A-DF72-8120-522E-7386E93A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C948CE04-B929-A97A-CF94-D8D28F68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EC112-4564-456E-94E8-4108CE56BAC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301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B4AF9289-6E6F-4F43-C69E-D8F14D58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9F99F-FFF2-4A30-82FC-EBF4A574ED2E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EFAB1E56-9DBE-9F49-6C26-BA4B14A9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14F4DD21-7475-D381-7B18-851058B1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E5394-ACFD-4F9D-97F3-E5B6FAA5C4D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234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9C3E7055-BAE3-36CA-8A30-2BDC4C1B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B7BE3-AC05-4F6C-B855-FBF2142001CF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145ADC83-0708-48CB-856C-CCD934D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8971EEBF-0E4E-C2BC-7622-B76BDE99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1E6B0-D0E1-4673-84C5-DA819113A33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04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1DAD5C7-4B29-FEFA-18B3-0FD614723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4" name="Picture 8">
            <a:extLst>
              <a:ext uri="{FF2B5EF4-FFF2-40B4-BE49-F238E27FC236}">
                <a16:creationId xmlns:a16="http://schemas.microsoft.com/office/drawing/2014/main" id="{C99A5273-7FE9-8276-4281-53A6482CA48C}"/>
              </a:ext>
            </a:extLst>
          </p:cNvPr>
          <p:cNvGrpSpPr/>
          <p:nvPr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A0A5E8BC-498E-D166-4305-12F1717EE7C9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49C00EF-B036-1CCB-CB4E-59BAB63DD70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DFFFF9E3-68EC-F946-C881-6E16AAADC24F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8A59FF80-BC11-B035-29D8-7FE153C756EF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959AF49-A696-B9E4-6C90-8B3754D7BE4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4104060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1D30F-8F92-DCFF-437E-4D50F5829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6" name="Picture 8">
            <a:extLst>
              <a:ext uri="{FF2B5EF4-FFF2-40B4-BE49-F238E27FC236}">
                <a16:creationId xmlns:a16="http://schemas.microsoft.com/office/drawing/2014/main" id="{86316A08-E3A9-27FA-F2F5-92E0E9C459DC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9BF53BC-F575-1B23-3134-3EB7742AAD24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6F03189-EAB5-102A-7726-ACB3EDF8F737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62C78E9-F7B6-D385-9D39-07B45550C0B1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E420100C-478B-CC4D-D0FE-E0F9C51D748B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1FB7630-369B-6E95-863D-588AFDB02FF9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661165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E00111-EB7C-34F9-4648-684C762789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808432"/>
            <a:ext cx="9144000" cy="81064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793B4-23A9-67F0-781F-AF49E85B0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6" y="3478280"/>
            <a:ext cx="9055286" cy="8106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V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F5B42F-B69D-65A6-4E29-39C703007651}"/>
              </a:ext>
            </a:extLst>
          </p:cNvPr>
          <p:cNvCxnSpPr>
            <a:cxnSpLocks/>
          </p:cNvCxnSpPr>
          <p:nvPr userDrawn="1"/>
        </p:nvCxnSpPr>
        <p:spPr>
          <a:xfrm>
            <a:off x="839416" y="6003819"/>
            <a:ext cx="2999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B6097EF-8852-36EE-7C77-6754E327D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6" y="617347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5" name="Picture 8">
            <a:extLst>
              <a:ext uri="{FF2B5EF4-FFF2-40B4-BE49-F238E27FC236}">
                <a16:creationId xmlns:a16="http://schemas.microsoft.com/office/drawing/2014/main" id="{DEBF30A0-13ED-44E2-FDB3-8E10F64DFC1A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0792347-DBDB-E919-5721-15BF0634629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BBE92D17-45E8-1762-2B7B-E1DE5799071C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CC9EC74-F924-F4C0-DED6-2F6E095B2F4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6B4F5218-7815-05C6-7784-12CB69B7834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3B16E256-EA92-C507-98C3-67C9E14496E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953715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317A36B0-1E33-6E83-7340-A7D6A8AB8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562" y="0"/>
            <a:ext cx="4407718" cy="6858000"/>
          </a:xfrm>
          <a:prstGeom prst="roundRect">
            <a:avLst>
              <a:gd name="adj" fmla="val 0"/>
            </a:avLst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ID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CC116-A3AC-CB88-7202-A7FF866D9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660082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788483-0741-792C-7A08-634F98B547C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C9F0C57-537D-3F1C-FC4E-D1E18C9F96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327309"/>
            <a:ext cx="6600824" cy="2610451"/>
          </a:xfrm>
          <a:prstGeom prst="rect">
            <a:avLst/>
          </a:prstGeom>
        </p:spPr>
        <p:txBody>
          <a:bodyPr numCol="1"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marL="285750" lvl="0" indent="-285750"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1FCDF88-CCA6-A665-3B2C-FF2A976B875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9" name="Picture 8">
            <a:extLst>
              <a:ext uri="{FF2B5EF4-FFF2-40B4-BE49-F238E27FC236}">
                <a16:creationId xmlns:a16="http://schemas.microsoft.com/office/drawing/2014/main" id="{CC1336A7-FBDF-BE4A-1239-2204C7C619CB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3709D20-7278-28C2-F222-52022B977B92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27FEF42B-E618-52C8-29FA-0F183E0209B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43543B8D-FA8A-20E4-106C-B525C0079BB8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0ED8E80B-8E17-DEFA-315B-76450488C3E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A961CD7C-48C9-214B-183A-FBBF914B6E45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075749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33">
          <p15:clr>
            <a:srgbClr val="FBAE40"/>
          </p15:clr>
        </p15:guide>
        <p15:guide id="3" pos="72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95670A5-4402-5FCD-7FD3-CDDEEFF3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851" y="466727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B0B695-9B8F-9E73-6305-C2EB7C7F9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3851" y="2336576"/>
            <a:ext cx="10653713" cy="3119438"/>
          </a:xfrm>
          <a:prstGeom prst="rect">
            <a:avLst/>
          </a:prstGeom>
        </p:spPr>
        <p:txBody>
          <a:bodyPr numCol="2"/>
          <a:lstStyle>
            <a:lvl1pPr>
              <a:spcBef>
                <a:spcPts val="0"/>
              </a:spcBef>
              <a:defRPr/>
            </a:lvl1pPr>
          </a:lstStyle>
          <a:p>
            <a:pPr lvl="0"/>
            <a:endParaRPr lang="en-V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A307EB-2E4C-B7EF-215C-099EC551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3695" y="6190298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80B84D-E251-21B9-146E-8F75456D2E9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DA85F6C4-901A-DA60-DA7E-37DB739133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AEF277C9-9F6B-CA1A-FAC5-5A7320128AB0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8F639F7A-501B-1326-99F4-580458FF82CB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BB5D25F-88E8-0F4E-6D5F-0DB4B6FA86E8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1AEEC962-6BEF-1F24-A134-D98F8DD129B1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3DB6511-3F7E-72B6-F221-552998571E31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BD1A647C-92A1-A6C0-731C-FA7ED4B8982E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3945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33">
          <p15:clr>
            <a:srgbClr val="FBAE40"/>
          </p15:clr>
        </p15:guide>
        <p15:guide id="3" pos="721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A4A693-745B-EF16-F619-E06417AD3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9" name="Picture 8">
            <a:extLst>
              <a:ext uri="{FF2B5EF4-FFF2-40B4-BE49-F238E27FC236}">
                <a16:creationId xmlns:a16="http://schemas.microsoft.com/office/drawing/2014/main" id="{9D750FC0-2857-0CD2-45CC-6F5A7AEB2E81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7BA76CF-B70D-66DB-B753-A60C4CD91BD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0F412E2-4CC0-405D-6477-20CC6A0202AA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B49684D6-D2FE-A237-4AA7-6D69F77F63CA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19A9479C-D5A5-28CC-488A-5B6F0D010DD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AE525ABB-624E-9ED1-BFB1-6434F83CF290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976506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A91839-BA14-A875-EECD-39BD993A1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AA92991A-D19C-A3D8-DB24-8C2ED610C6A1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9581A92-4899-5139-42F8-3FFD59005A0A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9AA0517-EC46-A173-F69E-07BEC971DF2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3BDB2C0A-FACD-1ECD-83F6-C6EAFE34E31D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E490420A-2E0C-9AD8-3A85-5453BE128D0D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F2C8270-33A8-AA05-36B7-0E130687207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652788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C97F4-A51E-F570-8E78-6ACD8BEBC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AEC77-4EFF-07F4-4660-546C1B48F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60028"/>
            <a:ext cx="9144000" cy="162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0AFC8A59-07FE-C487-783D-682B2F409CFA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8C64A438-B1CA-5233-270E-7A1D18EF4A09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124FE5A-3DDF-BB45-9007-CC132E5EEF0D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DB28D9D0-7988-0268-3C48-64D66382D5A2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80FE6CE1-68D0-C4EF-A6E1-71BB9931C808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EDC65D8-72F6-92FB-E284-CB7A88884466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54902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139D1C5-0B40-099F-2CC6-E3F63C29CF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16D20E6-A277-4495-070D-F41644777E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01690" y="0"/>
            <a:ext cx="7390310" cy="6015851"/>
          </a:xfrm>
          <a:custGeom>
            <a:avLst/>
            <a:gdLst>
              <a:gd name="connsiteX0" fmla="*/ 721762 w 7390310"/>
              <a:gd name="connsiteY0" fmla="*/ 0 h 6015851"/>
              <a:gd name="connsiteX1" fmla="*/ 6222164 w 7390310"/>
              <a:gd name="connsiteY1" fmla="*/ 0 h 6015851"/>
              <a:gd name="connsiteX2" fmla="*/ 7390310 w 7390310"/>
              <a:gd name="connsiteY2" fmla="*/ 1559052 h 6015851"/>
              <a:gd name="connsiteX3" fmla="*/ 7390310 w 7390310"/>
              <a:gd name="connsiteY3" fmla="*/ 4173760 h 6015851"/>
              <a:gd name="connsiteX4" fmla="*/ 7156662 w 7390310"/>
              <a:gd name="connsiteY4" fmla="*/ 4591050 h 6015851"/>
              <a:gd name="connsiteX5" fmla="*/ 1949535 w 7390310"/>
              <a:gd name="connsiteY5" fmla="*/ 5220939 h 6015851"/>
              <a:gd name="connsiteX6" fmla="*/ 552408 w 7390310"/>
              <a:gd name="connsiteY6" fmla="*/ 232696 h 6015851"/>
              <a:gd name="connsiteX7" fmla="*/ 721762 w 7390310"/>
              <a:gd name="connsiteY7" fmla="*/ 0 h 6015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90310" h="6015851">
                <a:moveTo>
                  <a:pt x="721762" y="0"/>
                </a:moveTo>
                <a:lnTo>
                  <a:pt x="6222164" y="0"/>
                </a:lnTo>
                <a:cubicBezTo>
                  <a:pt x="6754231" y="459010"/>
                  <a:pt x="7148280" y="994315"/>
                  <a:pt x="7390310" y="1559052"/>
                </a:cubicBezTo>
                <a:lnTo>
                  <a:pt x="7390310" y="4173760"/>
                </a:lnTo>
                <a:cubicBezTo>
                  <a:pt x="7323026" y="4318531"/>
                  <a:pt x="7244920" y="4458024"/>
                  <a:pt x="7156662" y="4591050"/>
                </a:cubicBezTo>
                <a:cubicBezTo>
                  <a:pt x="6079575" y="6216968"/>
                  <a:pt x="3862726" y="6485096"/>
                  <a:pt x="1949535" y="5220939"/>
                </a:cubicBezTo>
                <a:cubicBezTo>
                  <a:pt x="31676" y="3953732"/>
                  <a:pt x="-546206" y="1890713"/>
                  <a:pt x="552408" y="232696"/>
                </a:cubicBezTo>
                <a:cubicBezTo>
                  <a:pt x="606065" y="151797"/>
                  <a:pt x="662517" y="74231"/>
                  <a:pt x="721762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82D2AD0-B95A-4D9A-EADF-F711B7940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448485"/>
            <a:ext cx="4825752" cy="154890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3097787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82D6BB5-B582-F467-82AE-F36D5C16B87B}"/>
              </a:ext>
            </a:extLst>
          </p:cNvPr>
          <p:cNvSpPr/>
          <p:nvPr userDrawn="1"/>
        </p:nvSpPr>
        <p:spPr>
          <a:xfrm>
            <a:off x="6512560" y="-1"/>
            <a:ext cx="5679440" cy="6858001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1D718-3F4F-E2D7-3C55-D670BD2F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7BAD70-2EE7-0775-7940-33299854A8A0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9C494F-2DEC-271D-1368-ED124AB94651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02EA48-79C7-E220-C71D-6170866A0343}"/>
              </a:ext>
            </a:extLst>
          </p:cNvPr>
          <p:cNvSpPr/>
          <p:nvPr userDrawn="1"/>
        </p:nvSpPr>
        <p:spPr>
          <a:xfrm>
            <a:off x="6045727" y="4699311"/>
            <a:ext cx="975360" cy="975360"/>
          </a:xfrm>
          <a:prstGeom prst="ellipse">
            <a:avLst/>
          </a:prstGeom>
          <a:solidFill>
            <a:srgbClr val="002D7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FA9C39D-8174-C00A-3E5C-28E3CF84C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4B603E3E-1D4E-E32C-FB3F-169ADC1A82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716963" y="619323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4" name="Text Placeholder 71">
            <a:extLst>
              <a:ext uri="{FF2B5EF4-FFF2-40B4-BE49-F238E27FC236}">
                <a16:creationId xmlns:a16="http://schemas.microsoft.com/office/drawing/2014/main" id="{D87EA46B-26EA-8C9E-3E77-EF8E4891D1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789" y="2782888"/>
            <a:ext cx="2347591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3DE85BFF-3253-2342-3970-4DA7D437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6" y="1087438"/>
            <a:ext cx="2038222" cy="365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56FD5886-A9DB-45E9-292A-EF492FEA7D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2038223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9">
            <a:extLst>
              <a:ext uri="{FF2B5EF4-FFF2-40B4-BE49-F238E27FC236}">
                <a16:creationId xmlns:a16="http://schemas.microsoft.com/office/drawing/2014/main" id="{E483C481-3CCD-00F7-C85C-FEFCAE6FF6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98" name="Text Placeholder 85">
            <a:extLst>
              <a:ext uri="{FF2B5EF4-FFF2-40B4-BE49-F238E27FC236}">
                <a16:creationId xmlns:a16="http://schemas.microsoft.com/office/drawing/2014/main" id="{A76CF2B4-D453-C01C-F3BD-CAE8E84768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2038224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9" name="Text Placeholder 89">
            <a:extLst>
              <a:ext uri="{FF2B5EF4-FFF2-40B4-BE49-F238E27FC236}">
                <a16:creationId xmlns:a16="http://schemas.microsoft.com/office/drawing/2014/main" id="{95FB20A1-6871-6DF1-B0F3-72B98B358C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77062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103" name="Text Placeholder 101">
            <a:extLst>
              <a:ext uri="{FF2B5EF4-FFF2-40B4-BE49-F238E27FC236}">
                <a16:creationId xmlns:a16="http://schemas.microsoft.com/office/drawing/2014/main" id="{183A6988-F72C-A6C7-3C0E-93FADB46C2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5" name="Text Placeholder 101">
            <a:extLst>
              <a:ext uri="{FF2B5EF4-FFF2-40B4-BE49-F238E27FC236}">
                <a16:creationId xmlns:a16="http://schemas.microsoft.com/office/drawing/2014/main" id="{9C7A699B-F93F-B1A4-65FE-E0BEE780A5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6" name="Text Placeholder 101">
            <a:extLst>
              <a:ext uri="{FF2B5EF4-FFF2-40B4-BE49-F238E27FC236}">
                <a16:creationId xmlns:a16="http://schemas.microsoft.com/office/drawing/2014/main" id="{85628FE5-9186-6694-8A1E-3C5E0DF8E6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4801509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11" name="Text Placeholder 109">
            <a:extLst>
              <a:ext uri="{FF2B5EF4-FFF2-40B4-BE49-F238E27FC236}">
                <a16:creationId xmlns:a16="http://schemas.microsoft.com/office/drawing/2014/main" id="{55D58298-96DB-F4A5-4C30-D5F95CB4AA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61225" y="1471613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EEF67-C67E-C633-BD76-54D48E7A6C88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9">
            <a:extLst>
              <a:ext uri="{FF2B5EF4-FFF2-40B4-BE49-F238E27FC236}">
                <a16:creationId xmlns:a16="http://schemas.microsoft.com/office/drawing/2014/main" id="{E3100A57-03DB-75A2-B811-C9C51E7936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A1F0338F-8AED-C2AF-B5CA-153FD081A5F0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50CF97BA-673B-D7C6-2FDD-4ABFE67B3225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D02DCE49-4058-9939-6BCE-1B392E51DDF4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E7E303F-494A-3BA3-07D0-141EA5BA82F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A8BEC279-1876-DB32-207E-FEDBC94BEB3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186DD60-E2A1-9554-6ECF-30399AB4531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320524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96">
          <p15:clr>
            <a:srgbClr val="FBAE40"/>
          </p15:clr>
        </p15:guide>
        <p15:guide id="2" pos="7219">
          <p15:clr>
            <a:srgbClr val="FBAE40"/>
          </p15:clr>
        </p15:guide>
        <p15:guide id="3" orient="horz" pos="4133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5674112-8FC1-1874-0B8A-37EFB2C8B792}"/>
              </a:ext>
            </a:extLst>
          </p:cNvPr>
          <p:cNvSpPr/>
          <p:nvPr userDrawn="1"/>
        </p:nvSpPr>
        <p:spPr>
          <a:xfrm>
            <a:off x="6512560" y="0"/>
            <a:ext cx="567944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CDD90E-B104-77D5-C73D-4F054F8D2AB5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B27B6B-829A-B23F-F3D4-F667A5DF1653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C5B0D5-BD36-6E33-3F6C-361B5F6B3D1E}"/>
              </a:ext>
            </a:extLst>
          </p:cNvPr>
          <p:cNvSpPr/>
          <p:nvPr userDrawn="1"/>
        </p:nvSpPr>
        <p:spPr>
          <a:xfrm>
            <a:off x="6045727" y="4690167"/>
            <a:ext cx="975360" cy="975360"/>
          </a:xfrm>
          <a:prstGeom prst="ellipse">
            <a:avLst/>
          </a:prstGeom>
          <a:solidFill>
            <a:srgbClr val="EEEEEF"/>
          </a:solidFill>
          <a:ln w="28575">
            <a:solidFill>
              <a:srgbClr val="00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4ADDBF3-7BA7-40A4-7698-20085EDE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C289882E-82DA-BCAC-B3A9-DC104380A9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C54BEEEF-EAD8-8A95-3596-E023D7A330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716963" y="6191737"/>
            <a:ext cx="2743200" cy="365125"/>
          </a:xfrm>
        </p:spPr>
        <p:txBody>
          <a:bodyPr/>
          <a:lstStyle/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61" name="Text Placeholder 76">
            <a:extLst>
              <a:ext uri="{FF2B5EF4-FFF2-40B4-BE49-F238E27FC236}">
                <a16:creationId xmlns:a16="http://schemas.microsoft.com/office/drawing/2014/main" id="{5FD93818-DECF-D7AF-26D1-B0D66FA36E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5" y="1100265"/>
            <a:ext cx="1937639" cy="365125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63" name="Text Placeholder 85">
            <a:extLst>
              <a:ext uri="{FF2B5EF4-FFF2-40B4-BE49-F238E27FC236}">
                <a16:creationId xmlns:a16="http://schemas.microsoft.com/office/drawing/2014/main" id="{E822FC91-87B7-54CA-CC71-65C70BFA3F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1937639" cy="393700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64" name="Text Placeholder 89">
            <a:extLst>
              <a:ext uri="{FF2B5EF4-FFF2-40B4-BE49-F238E27FC236}">
                <a16:creationId xmlns:a16="http://schemas.microsoft.com/office/drawing/2014/main" id="{A8447394-4FF0-D0EE-AEB1-0B6ACA48B6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65" name="Text Placeholder 85">
            <a:extLst>
              <a:ext uri="{FF2B5EF4-FFF2-40B4-BE49-F238E27FC236}">
                <a16:creationId xmlns:a16="http://schemas.microsoft.com/office/drawing/2014/main" id="{D8D4D25B-DE58-A2D0-0050-1D4E81BE4D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1937639" cy="393700"/>
          </a:xfrm>
        </p:spPr>
        <p:txBody>
          <a:bodyPr/>
          <a:lstStyle>
            <a:lvl1pPr marL="0" indent="0">
              <a:buNone/>
              <a:defRPr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66" name="Text Placeholder 89">
            <a:extLst>
              <a:ext uri="{FF2B5EF4-FFF2-40B4-BE49-F238E27FC236}">
                <a16:creationId xmlns:a16="http://schemas.microsoft.com/office/drawing/2014/main" id="{C3BD7502-27A0-1745-58F1-79768D0A98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86206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70" name="Text Placeholder 71">
            <a:extLst>
              <a:ext uri="{FF2B5EF4-FFF2-40B4-BE49-F238E27FC236}">
                <a16:creationId xmlns:a16="http://schemas.microsoft.com/office/drawing/2014/main" id="{E625B7AC-0165-73E1-2582-4263518CB4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5789" y="2782888"/>
            <a:ext cx="1865835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1" name="Text Placeholder 101">
            <a:extLst>
              <a:ext uri="{FF2B5EF4-FFF2-40B4-BE49-F238E27FC236}">
                <a16:creationId xmlns:a16="http://schemas.microsoft.com/office/drawing/2014/main" id="{EB24BA8F-AC77-EF20-465F-AD225B1F9D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2" name="Text Placeholder 101">
            <a:extLst>
              <a:ext uri="{FF2B5EF4-FFF2-40B4-BE49-F238E27FC236}">
                <a16:creationId xmlns:a16="http://schemas.microsoft.com/office/drawing/2014/main" id="{755C3833-CEB0-FCC0-2591-D084DCD591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3" name="Text Placeholder 101">
            <a:extLst>
              <a:ext uri="{FF2B5EF4-FFF2-40B4-BE49-F238E27FC236}">
                <a16:creationId xmlns:a16="http://schemas.microsoft.com/office/drawing/2014/main" id="{349D4029-3FBC-BE2A-8659-8910B0C0DB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24089" y="4792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7" name="Text Placeholder 75">
            <a:extLst>
              <a:ext uri="{FF2B5EF4-FFF2-40B4-BE49-F238E27FC236}">
                <a16:creationId xmlns:a16="http://schemas.microsoft.com/office/drawing/2014/main" id="{E769B2BE-FBFF-608D-46F0-98052A9AAA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54875" y="1456119"/>
            <a:ext cx="3086100" cy="73183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636462"/>
                </a:solidFill>
              </a:defRPr>
            </a:lvl1pPr>
            <a:lvl2pPr>
              <a:defRPr sz="1400">
                <a:solidFill>
                  <a:srgbClr val="636462"/>
                </a:solidFill>
              </a:defRPr>
            </a:lvl2pPr>
            <a:lvl3pPr>
              <a:defRPr sz="1400">
                <a:solidFill>
                  <a:srgbClr val="636462"/>
                </a:solidFill>
              </a:defRPr>
            </a:lvl3pPr>
            <a:lvl4pPr>
              <a:defRPr sz="1400">
                <a:solidFill>
                  <a:srgbClr val="636462"/>
                </a:solidFill>
              </a:defRPr>
            </a:lvl4pPr>
            <a:lvl5pPr>
              <a:defRPr sz="1400">
                <a:solidFill>
                  <a:srgbClr val="63646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9A9018-0E60-D9C6-A1C9-029C934FCDF6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D8489C1F-D16A-D869-6035-03E693576C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1B94EFD9-E83E-1D50-7486-B71F244CDED7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CF3558AB-26E4-DD37-DD6D-EEC1208562EA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7AFEB4B-34E4-F799-F959-E3F48BB40E43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DB49140-6328-308A-DF66-F1E65545E2B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8900B44-57CF-EBB4-B4F8-3FF405174BBD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0791F016-DFA5-EE87-61C1-48BB89069B2C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21372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19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82D6BB5-B582-F467-82AE-F36D5C16B87B}"/>
              </a:ext>
            </a:extLst>
          </p:cNvPr>
          <p:cNvSpPr/>
          <p:nvPr userDrawn="1"/>
        </p:nvSpPr>
        <p:spPr>
          <a:xfrm>
            <a:off x="6512560" y="-1"/>
            <a:ext cx="5679440" cy="6858001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1D718-3F4F-E2D7-3C55-D670BD2F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4836459" cy="14771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A4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7BAD70-2EE7-0775-7940-33299854A8A0}"/>
              </a:ext>
            </a:extLst>
          </p:cNvPr>
          <p:cNvSpPr/>
          <p:nvPr userDrawn="1"/>
        </p:nvSpPr>
        <p:spPr>
          <a:xfrm>
            <a:off x="6045727" y="1164647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9C494F-2DEC-271D-1368-ED124AB94651}"/>
              </a:ext>
            </a:extLst>
          </p:cNvPr>
          <p:cNvSpPr/>
          <p:nvPr userDrawn="1"/>
        </p:nvSpPr>
        <p:spPr>
          <a:xfrm>
            <a:off x="6045727" y="2912167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02EA48-79C7-E220-C71D-6170866A0343}"/>
              </a:ext>
            </a:extLst>
          </p:cNvPr>
          <p:cNvSpPr/>
          <p:nvPr userDrawn="1"/>
        </p:nvSpPr>
        <p:spPr>
          <a:xfrm>
            <a:off x="6045727" y="4699311"/>
            <a:ext cx="975360" cy="975360"/>
          </a:xfrm>
          <a:prstGeom prst="ellipse">
            <a:avLst/>
          </a:prstGeom>
          <a:solidFill>
            <a:srgbClr val="FFA4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FA9C39D-8174-C00A-3E5C-28E3CF84C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60313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4B603E3E-1D4E-E32C-FB3F-169ADC1A82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716963" y="619323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4" name="Text Placeholder 71">
            <a:extLst>
              <a:ext uri="{FF2B5EF4-FFF2-40B4-BE49-F238E27FC236}">
                <a16:creationId xmlns:a16="http://schemas.microsoft.com/office/drawing/2014/main" id="{D87EA46B-26EA-8C9E-3E77-EF8E4891D1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789" y="2782888"/>
            <a:ext cx="2347591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FFA4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3DE85BFF-3253-2342-3970-4DA7D437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366" y="1087438"/>
            <a:ext cx="2038222" cy="365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VE" dirty="0"/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56FD5886-A9DB-45E9-292A-EF492FEA7D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1224" y="2911475"/>
            <a:ext cx="2038223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9">
            <a:extLst>
              <a:ext uri="{FF2B5EF4-FFF2-40B4-BE49-F238E27FC236}">
                <a16:creationId xmlns:a16="http://schemas.microsoft.com/office/drawing/2014/main" id="{E483C481-3CCD-00F7-C85C-FEFCAE6FF6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61225" y="3336851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98" name="Text Placeholder 85">
            <a:extLst>
              <a:ext uri="{FF2B5EF4-FFF2-40B4-BE49-F238E27FC236}">
                <a16:creationId xmlns:a16="http://schemas.microsoft.com/office/drawing/2014/main" id="{A76CF2B4-D453-C01C-F3BD-CAE8E84768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61224" y="4660830"/>
            <a:ext cx="2038224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9" name="Text Placeholder 89">
            <a:extLst>
              <a:ext uri="{FF2B5EF4-FFF2-40B4-BE49-F238E27FC236}">
                <a16:creationId xmlns:a16="http://schemas.microsoft.com/office/drawing/2014/main" id="{95FB20A1-6871-6DF1-B0F3-72B98B358C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61225" y="5077062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sp>
        <p:nvSpPr>
          <p:cNvPr id="103" name="Text Placeholder 101">
            <a:extLst>
              <a:ext uri="{FF2B5EF4-FFF2-40B4-BE49-F238E27FC236}">
                <a16:creationId xmlns:a16="http://schemas.microsoft.com/office/drawing/2014/main" id="{183A6988-F72C-A6C7-3C0E-93FADB46C2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089" y="126684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5" name="Text Placeholder 101">
            <a:extLst>
              <a:ext uri="{FF2B5EF4-FFF2-40B4-BE49-F238E27FC236}">
                <a16:creationId xmlns:a16="http://schemas.microsoft.com/office/drawing/2014/main" id="{9C7A699B-F93F-B1A4-65FE-E0BEE780A5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4089" y="3014365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06" name="Text Placeholder 101">
            <a:extLst>
              <a:ext uri="{FF2B5EF4-FFF2-40B4-BE49-F238E27FC236}">
                <a16:creationId xmlns:a16="http://schemas.microsoft.com/office/drawing/2014/main" id="{85628FE5-9186-6694-8A1E-3C5E0DF8E6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089" y="4801509"/>
            <a:ext cx="818636" cy="7709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111" name="Text Placeholder 109">
            <a:extLst>
              <a:ext uri="{FF2B5EF4-FFF2-40B4-BE49-F238E27FC236}">
                <a16:creationId xmlns:a16="http://schemas.microsoft.com/office/drawing/2014/main" id="{55D58298-96DB-F4A5-4C30-D5F95CB4AA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61225" y="1471613"/>
            <a:ext cx="3079750" cy="6826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EEF67-C67E-C633-BD76-54D48E7A6C88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9">
            <a:extLst>
              <a:ext uri="{FF2B5EF4-FFF2-40B4-BE49-F238E27FC236}">
                <a16:creationId xmlns:a16="http://schemas.microsoft.com/office/drawing/2014/main" id="{E3100A57-03DB-75A2-B811-C9C51E7936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9727106B-FEB0-706A-3867-FBEBB1B6A82B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3200BEDF-89C9-9CAC-1E74-C9021791FD35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E8C9F277-57DC-CBB4-6CDA-989BB40EBCF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2675ED9D-63DA-0249-32F8-8E6C4A2042C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426471-127F-8DE6-E580-615196E4FD00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09AF2ED9-2E12-741B-EADF-F9812E1153FB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892935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96">
          <p15:clr>
            <a:srgbClr val="FBAE40"/>
          </p15:clr>
        </p15:guide>
        <p15:guide id="2" pos="7219">
          <p15:clr>
            <a:srgbClr val="FBAE40"/>
          </p15:clr>
        </p15:guide>
        <p15:guide id="3" orient="horz" pos="4133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2" name="Text Placeholder 89">
            <a:extLst>
              <a:ext uri="{FF2B5EF4-FFF2-40B4-BE49-F238E27FC236}">
                <a16:creationId xmlns:a16="http://schemas.microsoft.com/office/drawing/2014/main" id="{3667D6AB-E7E2-5279-1787-DC6C75C655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461079" y="4222395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3" name="Text Placeholder 89">
            <a:extLst>
              <a:ext uri="{FF2B5EF4-FFF2-40B4-BE49-F238E27FC236}">
                <a16:creationId xmlns:a16="http://schemas.microsoft.com/office/drawing/2014/main" id="{910E850B-F342-AA28-677B-284F923873E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128182" y="4222395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5" name="Text Placeholder 89">
            <a:extLst>
              <a:ext uri="{FF2B5EF4-FFF2-40B4-BE49-F238E27FC236}">
                <a16:creationId xmlns:a16="http://schemas.microsoft.com/office/drawing/2014/main" id="{5E44E12A-2096-0686-D607-FDC7A477CF4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0622" y="3344956"/>
            <a:ext cx="2518064" cy="975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endParaRPr lang="en-VE" sz="1400" dirty="0">
              <a:solidFill>
                <a:srgbClr val="636462"/>
              </a:solidFill>
            </a:endParaRP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2F42C114-E61B-60A2-9064-4AB9792DB42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B8AE90C0-ADC9-3B7C-6759-2801E5673B63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12C5E891-4319-7A62-69F9-EBDB7A6E70DE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FF807D22-7C8B-00E3-CCDF-9EA2F0514377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0B1618D-2A2B-0F99-A6D3-F0E15A4D7E53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F427268-D450-589E-A03C-E69CE2CA7057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A85B911A-E311-9D04-746F-93CF14135027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309370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rgbClr val="0055B8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rgbClr val="AAACAE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rgbClr val="0055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09180F-3FCE-6902-B2A8-0F265AD2EF6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94473" y="4216348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AD97DBE-3A95-64DF-AE70-4016E8068A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20366" y="4215926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A678E2C-5BCA-C1AD-AEC6-B094BF17EE5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53459" y="3348243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1" name="Footer Placeholder 29">
            <a:extLst>
              <a:ext uri="{FF2B5EF4-FFF2-40B4-BE49-F238E27FC236}">
                <a16:creationId xmlns:a16="http://schemas.microsoft.com/office/drawing/2014/main" id="{107244FD-386D-DFDA-2F5D-DEDB351FC4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4C7E6F24-84C2-C01A-2848-3CF4F8900BEA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DE28828C-2D1B-2D64-CC42-F2C6275F816F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B177E77-89EA-5085-DA3C-BE6A43E63610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6431358-1550-EDBC-186D-055D0B4E7B44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EA95482-99AF-C340-CD41-E47069B932A1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D59F4F8C-9252-4C43-591F-64B35D3ECB83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300921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A562D9-C126-8800-F39B-1597E5E946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F46090-7297-D0B4-6A4E-0E178F44CC9D}"/>
              </a:ext>
            </a:extLst>
          </p:cNvPr>
          <p:cNvSpPr/>
          <p:nvPr userDrawn="1"/>
        </p:nvSpPr>
        <p:spPr>
          <a:xfrm>
            <a:off x="1222409" y="2840158"/>
            <a:ext cx="2992752" cy="299275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EFD290-5847-AFCD-1CA5-A2BA2D22E07B}"/>
              </a:ext>
            </a:extLst>
          </p:cNvPr>
          <p:cNvSpPr/>
          <p:nvPr userDrawn="1"/>
        </p:nvSpPr>
        <p:spPr>
          <a:xfrm>
            <a:off x="4556623" y="1954926"/>
            <a:ext cx="2992752" cy="2992752"/>
          </a:xfrm>
          <a:prstGeom prst="ellipse">
            <a:avLst/>
          </a:prstGeom>
          <a:solidFill>
            <a:srgbClr val="00A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0F85F-8148-A3F9-2797-F0A619B98B97}"/>
              </a:ext>
            </a:extLst>
          </p:cNvPr>
          <p:cNvSpPr/>
          <p:nvPr userDrawn="1"/>
        </p:nvSpPr>
        <p:spPr>
          <a:xfrm>
            <a:off x="7890838" y="2840158"/>
            <a:ext cx="2992752" cy="2992752"/>
          </a:xfrm>
          <a:prstGeom prst="ellipse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7EDF50-BF7C-8FC1-EF95-8085C2C3F9E9}"/>
              </a:ext>
            </a:extLst>
          </p:cNvPr>
          <p:cNvSpPr/>
          <p:nvPr userDrawn="1"/>
        </p:nvSpPr>
        <p:spPr>
          <a:xfrm>
            <a:off x="8885409" y="2431378"/>
            <a:ext cx="1003610" cy="1003610"/>
          </a:xfrm>
          <a:prstGeom prst="ellipse">
            <a:avLst/>
          </a:prstGeom>
          <a:solidFill>
            <a:srgbClr val="FFA400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384B02-EEDF-2125-E874-F06E230845E4}"/>
              </a:ext>
            </a:extLst>
          </p:cNvPr>
          <p:cNvSpPr/>
          <p:nvPr userDrawn="1"/>
        </p:nvSpPr>
        <p:spPr>
          <a:xfrm>
            <a:off x="5551194" y="1539280"/>
            <a:ext cx="1003610" cy="1003610"/>
          </a:xfrm>
          <a:prstGeom prst="ellipse">
            <a:avLst/>
          </a:prstGeom>
          <a:solidFill>
            <a:srgbClr val="00A7E1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DBCEB-D068-2899-E189-C2B933066100}"/>
              </a:ext>
            </a:extLst>
          </p:cNvPr>
          <p:cNvSpPr/>
          <p:nvPr userDrawn="1"/>
        </p:nvSpPr>
        <p:spPr>
          <a:xfrm>
            <a:off x="2216980" y="2431378"/>
            <a:ext cx="1003610" cy="1003610"/>
          </a:xfrm>
          <a:prstGeom prst="ellipse">
            <a:avLst/>
          </a:prstGeom>
          <a:solidFill>
            <a:srgbClr val="19D3C5"/>
          </a:solidFill>
          <a:ln>
            <a:noFill/>
          </a:ln>
          <a:effectLst>
            <a:outerShdw blurRad="202356" sx="108514" sy="108514" algn="tl" rotWithShape="0">
              <a:prstClr val="black">
                <a:alpha val="17664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E68889-31C0-A98A-C689-D5B334CB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9678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74" name="Slide Number Placeholder 12">
            <a:extLst>
              <a:ext uri="{FF2B5EF4-FFF2-40B4-BE49-F238E27FC236}">
                <a16:creationId xmlns:a16="http://schemas.microsoft.com/office/drawing/2014/main" id="{BAE01A07-2F90-9164-A8CA-E7F4B473D0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rgbClr val="AAACAE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7B1AF180-7AB7-FCAD-234E-E430DED39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3681" y="1655603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79" name="Text Placeholder 101">
            <a:extLst>
              <a:ext uri="{FF2B5EF4-FFF2-40B4-BE49-F238E27FC236}">
                <a16:creationId xmlns:a16="http://schemas.microsoft.com/office/drawing/2014/main" id="{AEB73429-8FF9-2C70-6B8C-5FCB9874D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7896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0" name="Text Placeholder 101">
            <a:extLst>
              <a:ext uri="{FF2B5EF4-FFF2-40B4-BE49-F238E27FC236}">
                <a16:creationId xmlns:a16="http://schemas.microsoft.com/office/drawing/2014/main" id="{70B11DE0-F5DC-E9A9-D404-97D7CA49F0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9467" y="2547701"/>
            <a:ext cx="818636" cy="770964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VE" dirty="0"/>
              <a:t>00</a:t>
            </a:r>
          </a:p>
        </p:txBody>
      </p:sp>
      <p:sp>
        <p:nvSpPr>
          <p:cNvPr id="87" name="Text Placeholder 85">
            <a:extLst>
              <a:ext uri="{FF2B5EF4-FFF2-40B4-BE49-F238E27FC236}">
                <a16:creationId xmlns:a16="http://schemas.microsoft.com/office/drawing/2014/main" id="{7C4509C9-05C3-0B23-AD54-74F61AAE7E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0986" y="3814694"/>
            <a:ext cx="1715597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89" name="Text Placeholder 85">
            <a:extLst>
              <a:ext uri="{FF2B5EF4-FFF2-40B4-BE49-F238E27FC236}">
                <a16:creationId xmlns:a16="http://schemas.microsoft.com/office/drawing/2014/main" id="{5C538395-B0BD-2735-D3D9-A17B903640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15699" y="3814694"/>
            <a:ext cx="1743030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sp>
        <p:nvSpPr>
          <p:cNvPr id="91" name="Text Placeholder 85">
            <a:extLst>
              <a:ext uri="{FF2B5EF4-FFF2-40B4-BE49-F238E27FC236}">
                <a16:creationId xmlns:a16="http://schemas.microsoft.com/office/drawing/2014/main" id="{1984A64A-3079-81EF-50A5-7442E25018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7322" y="2941118"/>
            <a:ext cx="1764663" cy="3937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V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05228-2AA1-9E53-564D-DD33D19E11EC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rgbClr val="0055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09180F-3FCE-6902-B2A8-0F265AD2EF6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94473" y="4216348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AD97DBE-3A95-64DF-AE70-4016E8068A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20366" y="4215926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A678E2C-5BCA-C1AD-AEC6-B094BF17EE5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53459" y="3348243"/>
            <a:ext cx="2592388" cy="98901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endParaRPr lang="en-VE" dirty="0"/>
          </a:p>
        </p:txBody>
      </p:sp>
      <p:sp>
        <p:nvSpPr>
          <p:cNvPr id="21" name="Footer Placeholder 29">
            <a:extLst>
              <a:ext uri="{FF2B5EF4-FFF2-40B4-BE49-F238E27FC236}">
                <a16:creationId xmlns:a16="http://schemas.microsoft.com/office/drawing/2014/main" id="{107244FD-386D-DFDA-2F5D-DEDB351FC4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E8F76A40-0047-81E1-C392-F09843976E7E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94AE12C-EE0C-CA33-F367-9E520AC185E3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A56F8F4A-C2B7-28BD-DEA1-ABFB840174CE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84987A6E-B324-5E4F-4AAB-FE1D1ED371B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D326387-EFF9-DA4D-E28B-17D1F20AC1E8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D1019781-F488-6941-1E05-44276CF5338E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07201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F6BF1A-7297-3367-B865-455236DE49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V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E9FFFE-E8E4-1B60-E6C7-9EE6D8C1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1065362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47" name="Slide Number Placeholder 12">
            <a:extLst>
              <a:ext uri="{FF2B5EF4-FFF2-40B4-BE49-F238E27FC236}">
                <a16:creationId xmlns:a16="http://schemas.microsoft.com/office/drawing/2014/main" id="{AA9A53E4-1AE6-A383-72E6-410619EA2C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713695" y="619029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DAA3680F-3D74-2D79-4CF2-EC568E0E1B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3603625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0DA7257C-E9E5-72DE-44DE-2F3CB70D4D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83400" y="3603625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5" name="Text Placeholder 71">
            <a:extLst>
              <a:ext uri="{FF2B5EF4-FFF2-40B4-BE49-F238E27FC236}">
                <a16:creationId xmlns:a16="http://schemas.microsoft.com/office/drawing/2014/main" id="{F28EA782-2797-9E3A-B37E-989C2EBB4E8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2096" y="2782888"/>
            <a:ext cx="1941536" cy="522287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F6F3D8-11C7-2AFB-98FA-03CC25F32870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578100C4-F7F1-A9E3-7B13-653E6A43F78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1888456" y="619173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ECE85387-715E-5870-7BE2-3A6F82639AF2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E69148-D944-8D13-43C9-B323087D96B8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D912A47-AFBE-C4F6-6A3E-8FF449AF664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0AC72128-AE93-3BEF-5E44-0CEA9E8750BC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DFB417D-1B9B-D2B7-85A3-8EF27B7B2E0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CE5E952-2AB1-E582-6007-E0F614FCB93A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4842426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04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397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867C21-25EA-77BE-8893-B7E49D450F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59196FA-354A-86F3-A9D1-1B902A3982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137" y="0"/>
            <a:ext cx="5935863" cy="6857992"/>
          </a:xfrm>
          <a:custGeom>
            <a:avLst/>
            <a:gdLst>
              <a:gd name="connsiteX0" fmla="*/ 1545830 w 5935863"/>
              <a:gd name="connsiteY0" fmla="*/ 0 h 6857992"/>
              <a:gd name="connsiteX1" fmla="*/ 5935863 w 5935863"/>
              <a:gd name="connsiteY1" fmla="*/ 0 h 6857992"/>
              <a:gd name="connsiteX2" fmla="*/ 5935863 w 5935863"/>
              <a:gd name="connsiteY2" fmla="*/ 6857992 h 6857992"/>
              <a:gd name="connsiteX3" fmla="*/ 2613780 w 5935863"/>
              <a:gd name="connsiteY3" fmla="*/ 6857619 h 6857992"/>
              <a:gd name="connsiteX4" fmla="*/ 2213941 w 5935863"/>
              <a:gd name="connsiteY4" fmla="*/ 6614827 h 6857992"/>
              <a:gd name="connsiteX5" fmla="*/ 627058 w 5935863"/>
              <a:gd name="connsiteY5" fmla="*/ 947452 h 6857992"/>
              <a:gd name="connsiteX6" fmla="*/ 1545830 w 5935863"/>
              <a:gd name="connsiteY6" fmla="*/ 0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863" h="6857992">
                <a:moveTo>
                  <a:pt x="1545830" y="0"/>
                </a:moveTo>
                <a:lnTo>
                  <a:pt x="5935863" y="0"/>
                </a:lnTo>
                <a:lnTo>
                  <a:pt x="5935863" y="6857992"/>
                </a:lnTo>
                <a:lnTo>
                  <a:pt x="2613780" y="6857619"/>
                </a:lnTo>
                <a:cubicBezTo>
                  <a:pt x="2479358" y="6783200"/>
                  <a:pt x="2346078" y="6702267"/>
                  <a:pt x="2213941" y="6614827"/>
                </a:cubicBezTo>
                <a:cubicBezTo>
                  <a:pt x="35868" y="5175314"/>
                  <a:pt x="-620058" y="2831306"/>
                  <a:pt x="627058" y="947452"/>
                </a:cubicBezTo>
                <a:cubicBezTo>
                  <a:pt x="871030" y="576628"/>
                  <a:pt x="1182738" y="255189"/>
                  <a:pt x="1545830" y="0"/>
                </a:cubicBezTo>
                <a:close/>
              </a:path>
            </a:pathLst>
          </a:cu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V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F3EEB3-3DAF-D947-B830-7B0DD4A7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D5336959-7567-0BF2-460B-B543192101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4551" y="2923092"/>
            <a:ext cx="4500562" cy="12001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Text Placeholder 49">
            <a:extLst>
              <a:ext uri="{FF2B5EF4-FFF2-40B4-BE49-F238E27FC236}">
                <a16:creationId xmlns:a16="http://schemas.microsoft.com/office/drawing/2014/main" id="{0DA11735-5F7D-DDB2-0A57-0FFAC7B01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788" y="4464207"/>
            <a:ext cx="4500562" cy="120015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VE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086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3D756759-2F2B-050D-686B-F26D6C56D6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0200" y="3302000"/>
            <a:ext cx="2971800" cy="35560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8181F-B9BA-B396-A362-BA145322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236" y="466727"/>
            <a:ext cx="4622165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cap="none" spc="0">
                <a:ln w="0">
                  <a:noFill/>
                </a:ln>
                <a:solidFill>
                  <a:srgbClr val="0055B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8B00A1A-ED0B-1202-CA35-8BFBC5897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2103" y="0"/>
            <a:ext cx="3019274" cy="43942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0" name="Picture Placeholder 24">
            <a:extLst>
              <a:ext uri="{FF2B5EF4-FFF2-40B4-BE49-F238E27FC236}">
                <a16:creationId xmlns:a16="http://schemas.microsoft.com/office/drawing/2014/main" id="{F2D74E2D-63BB-01B0-9463-3ED5654F4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2103" y="4552588"/>
            <a:ext cx="3019274" cy="2305412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E2FC4772-FBE1-0BAC-9B3A-A9E8B7FBFD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20200" y="0"/>
            <a:ext cx="2971800" cy="3149600"/>
          </a:xfrm>
          <a:prstGeom prst="rect">
            <a:avLst/>
          </a:prstGeom>
          <a:pattFill prst="pct10">
            <a:fgClr>
              <a:srgbClr val="636462"/>
            </a:fgClr>
            <a:bgClr>
              <a:schemeClr val="bg1"/>
            </a:bgClr>
          </a:pattFill>
        </p:spPr>
        <p:txBody>
          <a:bodyPr/>
          <a:lstStyle/>
          <a:p>
            <a:endParaRPr lang="en-VE" dirty="0"/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33A9490E-EFE9-16C0-78CF-FDD48E11FA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4236" y="2923092"/>
            <a:ext cx="4500279" cy="12111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5B8"/>
              </a:buClr>
              <a:buSzPct val="140000"/>
              <a:buFontTx/>
              <a:buNone/>
              <a:tabLst/>
              <a:defRPr/>
            </a:pPr>
            <a:endParaRPr lang="en-VE" b="0" i="0" dirty="0">
              <a:solidFill>
                <a:srgbClr val="63646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FC7A42-A9CD-4E87-FA45-837B14394F02}"/>
              </a:ext>
            </a:extLst>
          </p:cNvPr>
          <p:cNvCxnSpPr>
            <a:cxnSpLocks/>
          </p:cNvCxnSpPr>
          <p:nvPr userDrawn="1"/>
        </p:nvCxnSpPr>
        <p:spPr>
          <a:xfrm>
            <a:off x="1720140" y="6225518"/>
            <a:ext cx="0" cy="21132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E5988658-CA42-B83B-D639-1D2E207060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88456" y="6191737"/>
            <a:ext cx="4114800" cy="365125"/>
          </a:xfrm>
        </p:spPr>
        <p:txBody>
          <a:bodyPr/>
          <a:lstStyle/>
          <a:p>
            <a:r>
              <a:rPr lang="en-US"/>
              <a:t>Calibri 12 pts</a:t>
            </a:r>
            <a:endParaRPr lang="en-VE" dirty="0"/>
          </a:p>
        </p:txBody>
      </p:sp>
      <p:grpSp>
        <p:nvGrpSpPr>
          <p:cNvPr id="3" name="Picture 8">
            <a:extLst>
              <a:ext uri="{FF2B5EF4-FFF2-40B4-BE49-F238E27FC236}">
                <a16:creationId xmlns:a16="http://schemas.microsoft.com/office/drawing/2014/main" id="{B239B596-7D19-AEC0-2037-FDB9B5624555}"/>
              </a:ext>
            </a:extLst>
          </p:cNvPr>
          <p:cNvGrpSpPr/>
          <p:nvPr userDrawn="1"/>
        </p:nvGrpSpPr>
        <p:grpSpPr>
          <a:xfrm>
            <a:off x="839416" y="6191737"/>
            <a:ext cx="780949" cy="278884"/>
            <a:chOff x="840415" y="862081"/>
            <a:chExt cx="1834766" cy="655211"/>
          </a:xfrm>
          <a:solidFill>
            <a:srgbClr val="0055B8"/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A227182A-F744-2F3C-119A-33CD7AB99617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E76F5E6-A9C8-EBFF-D969-CCFADE917A02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21AD570-22BB-6689-AC25-4F3112654329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E9C3A5AD-1F4B-A5B7-43D8-58706DB7995A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EDBC358-49D1-3B68-1672-7986B8C68A7B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5975514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13B76-43A0-246D-0060-9C397E3DBF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6D46A4E4-9684-6D6A-DDAC-9E51CEF4E5FB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64F772B4-2FEA-2FE7-9BC9-A68A93717E67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65B965A-71C4-6C72-B992-F800C8D359DB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853B148-D86E-1629-CC56-2FF613A91995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B0D3DF70-7C92-2A34-24AC-AFD0AF0C0CAF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5A74F64C-47AC-64A5-A560-27A05E8FAA52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3504216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AB2B4B-2C94-372C-7571-E9AFAEB71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6753E839-653F-880E-54E8-F157628B8D47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0610CF02-CA31-0429-D46D-949ACE70A7A1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88ADD10-4BFF-4B6B-9935-0ECD128EF0C2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3E3AE8B2-177A-2CA0-7D5E-00767EFCBD0E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5FC1F93-FB3F-2D85-C7D0-050E81FCDD27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7B3B9435-F1C3-0233-C2E7-20A9279C3F44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38541954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52C0C2-4DA2-C8F2-3827-876BCA479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6EAA7F-40D0-325B-6645-11FDF22D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2780928"/>
            <a:ext cx="9144000" cy="180420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VE" dirty="0"/>
          </a:p>
        </p:txBody>
      </p:sp>
      <p:grpSp>
        <p:nvGrpSpPr>
          <p:cNvPr id="2" name="Picture 8">
            <a:extLst>
              <a:ext uri="{FF2B5EF4-FFF2-40B4-BE49-F238E27FC236}">
                <a16:creationId xmlns:a16="http://schemas.microsoft.com/office/drawing/2014/main" id="{BADAE2EA-9806-A19A-350B-B007AE990D09}"/>
              </a:ext>
            </a:extLst>
          </p:cNvPr>
          <p:cNvGrpSpPr/>
          <p:nvPr userDrawn="1"/>
        </p:nvGrpSpPr>
        <p:grpSpPr>
          <a:xfrm>
            <a:off x="840415" y="862081"/>
            <a:ext cx="1834766" cy="655211"/>
            <a:chOff x="840415" y="862081"/>
            <a:chExt cx="1834766" cy="655211"/>
          </a:xfrm>
          <a:solidFill>
            <a:schemeClr val="bg1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76495498-7C17-8613-7E31-DBE5816757F3}"/>
                </a:ext>
              </a:extLst>
            </p:cNvPr>
            <p:cNvSpPr/>
            <p:nvPr/>
          </p:nvSpPr>
          <p:spPr>
            <a:xfrm>
              <a:off x="851644" y="1055475"/>
              <a:ext cx="515486" cy="447767"/>
            </a:xfrm>
            <a:custGeom>
              <a:avLst/>
              <a:gdLst>
                <a:gd name="connsiteX0" fmla="*/ 296186 w 515486"/>
                <a:gd name="connsiteY0" fmla="*/ 6648 h 447767"/>
                <a:gd name="connsiteX1" fmla="*/ 264262 w 515486"/>
                <a:gd name="connsiteY1" fmla="*/ 20326 h 447767"/>
                <a:gd name="connsiteX2" fmla="*/ 143710 w 515486"/>
                <a:gd name="connsiteY2" fmla="*/ 179121 h 447767"/>
                <a:gd name="connsiteX3" fmla="*/ 125205 w 515486"/>
                <a:gd name="connsiteY3" fmla="*/ 20326 h 447767"/>
                <a:gd name="connsiteX4" fmla="*/ 0 w 515486"/>
                <a:gd name="connsiteY4" fmla="*/ 20326 h 447767"/>
                <a:gd name="connsiteX5" fmla="*/ 47290 w 515486"/>
                <a:gd name="connsiteY5" fmla="*/ 447768 h 447767"/>
                <a:gd name="connsiteX6" fmla="*/ 204202 w 515486"/>
                <a:gd name="connsiteY6" fmla="*/ 447768 h 447767"/>
                <a:gd name="connsiteX7" fmla="*/ 225846 w 515486"/>
                <a:gd name="connsiteY7" fmla="*/ 285981 h 447767"/>
                <a:gd name="connsiteX8" fmla="*/ 325187 w 515486"/>
                <a:gd name="connsiteY8" fmla="*/ 123767 h 447767"/>
                <a:gd name="connsiteX9" fmla="*/ 344341 w 515486"/>
                <a:gd name="connsiteY9" fmla="*/ 120027 h 447767"/>
                <a:gd name="connsiteX10" fmla="*/ 354189 w 515486"/>
                <a:gd name="connsiteY10" fmla="*/ 120882 h 447767"/>
                <a:gd name="connsiteX11" fmla="*/ 382541 w 515486"/>
                <a:gd name="connsiteY11" fmla="*/ 162344 h 447767"/>
                <a:gd name="connsiteX12" fmla="*/ 382541 w 515486"/>
                <a:gd name="connsiteY12" fmla="*/ 414534 h 447767"/>
                <a:gd name="connsiteX13" fmla="*/ 382541 w 515486"/>
                <a:gd name="connsiteY13" fmla="*/ 447768 h 447767"/>
                <a:gd name="connsiteX14" fmla="*/ 513807 w 515486"/>
                <a:gd name="connsiteY14" fmla="*/ 447768 h 447767"/>
                <a:gd name="connsiteX15" fmla="*/ 515322 w 515486"/>
                <a:gd name="connsiteY15" fmla="*/ 434303 h 447767"/>
                <a:gd name="connsiteX16" fmla="*/ 514348 w 515486"/>
                <a:gd name="connsiteY16" fmla="*/ 160206 h 447767"/>
                <a:gd name="connsiteX17" fmla="*/ 296186 w 515486"/>
                <a:gd name="connsiteY17" fmla="*/ 6648 h 44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5486" h="447767">
                  <a:moveTo>
                    <a:pt x="296186" y="6648"/>
                  </a:moveTo>
                  <a:cubicBezTo>
                    <a:pt x="284990" y="9826"/>
                    <a:pt x="274260" y="14423"/>
                    <a:pt x="264262" y="20326"/>
                  </a:cubicBezTo>
                  <a:cubicBezTo>
                    <a:pt x="210912" y="49927"/>
                    <a:pt x="173469" y="107631"/>
                    <a:pt x="143710" y="179121"/>
                  </a:cubicBezTo>
                  <a:cubicBezTo>
                    <a:pt x="137758" y="127828"/>
                    <a:pt x="131590" y="77390"/>
                    <a:pt x="125205" y="20326"/>
                  </a:cubicBezTo>
                  <a:lnTo>
                    <a:pt x="0" y="20326"/>
                  </a:lnTo>
                  <a:cubicBezTo>
                    <a:pt x="15908" y="166191"/>
                    <a:pt x="31058" y="301690"/>
                    <a:pt x="47290" y="447768"/>
                  </a:cubicBezTo>
                  <a:lnTo>
                    <a:pt x="204202" y="447768"/>
                  </a:lnTo>
                  <a:cubicBezTo>
                    <a:pt x="204746" y="393172"/>
                    <a:pt x="212014" y="338844"/>
                    <a:pt x="225846" y="285981"/>
                  </a:cubicBezTo>
                  <a:cubicBezTo>
                    <a:pt x="243052" y="228383"/>
                    <a:pt x="281468" y="144712"/>
                    <a:pt x="325187" y="123767"/>
                  </a:cubicBezTo>
                  <a:cubicBezTo>
                    <a:pt x="331241" y="121224"/>
                    <a:pt x="337763" y="119951"/>
                    <a:pt x="344341" y="120027"/>
                  </a:cubicBezTo>
                  <a:cubicBezTo>
                    <a:pt x="347647" y="119900"/>
                    <a:pt x="350956" y="120187"/>
                    <a:pt x="354189" y="120882"/>
                  </a:cubicBezTo>
                  <a:cubicBezTo>
                    <a:pt x="375832" y="125584"/>
                    <a:pt x="382433" y="142788"/>
                    <a:pt x="382541" y="162344"/>
                  </a:cubicBezTo>
                  <a:cubicBezTo>
                    <a:pt x="382541" y="246443"/>
                    <a:pt x="382541" y="330435"/>
                    <a:pt x="382541" y="414534"/>
                  </a:cubicBezTo>
                  <a:lnTo>
                    <a:pt x="382541" y="447768"/>
                  </a:lnTo>
                  <a:lnTo>
                    <a:pt x="513807" y="447768"/>
                  </a:lnTo>
                  <a:cubicBezTo>
                    <a:pt x="514597" y="443315"/>
                    <a:pt x="515103" y="438818"/>
                    <a:pt x="515322" y="434303"/>
                  </a:cubicBezTo>
                  <a:cubicBezTo>
                    <a:pt x="515322" y="342938"/>
                    <a:pt x="516079" y="251572"/>
                    <a:pt x="514348" y="160206"/>
                  </a:cubicBezTo>
                  <a:cubicBezTo>
                    <a:pt x="511534" y="19151"/>
                    <a:pt x="390982" y="-16861"/>
                    <a:pt x="296186" y="6648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73D3C51F-D3C0-55D2-77EC-7AB72BBEE81F}"/>
                </a:ext>
              </a:extLst>
            </p:cNvPr>
            <p:cNvSpPr/>
            <p:nvPr/>
          </p:nvSpPr>
          <p:spPr>
            <a:xfrm>
              <a:off x="1395859" y="862081"/>
              <a:ext cx="332437" cy="655211"/>
            </a:xfrm>
            <a:custGeom>
              <a:avLst/>
              <a:gdLst>
                <a:gd name="connsiteX0" fmla="*/ 295103 w 332437"/>
                <a:gd name="connsiteY0" fmla="*/ 550544 h 655211"/>
                <a:gd name="connsiteX1" fmla="*/ 248138 w 332437"/>
                <a:gd name="connsiteY1" fmla="*/ 562620 h 655211"/>
                <a:gd name="connsiteX2" fmla="*/ 202904 w 332437"/>
                <a:gd name="connsiteY2" fmla="*/ 526394 h 655211"/>
                <a:gd name="connsiteX3" fmla="*/ 199225 w 332437"/>
                <a:gd name="connsiteY3" fmla="*/ 493588 h 655211"/>
                <a:gd name="connsiteX4" fmla="*/ 199225 w 332437"/>
                <a:gd name="connsiteY4" fmla="*/ 440692 h 655211"/>
                <a:gd name="connsiteX5" fmla="*/ 199225 w 332437"/>
                <a:gd name="connsiteY5" fmla="*/ 296965 h 655211"/>
                <a:gd name="connsiteX6" fmla="*/ 288394 w 332437"/>
                <a:gd name="connsiteY6" fmla="*/ 296965 h 655211"/>
                <a:gd name="connsiteX7" fmla="*/ 332438 w 332437"/>
                <a:gd name="connsiteY7" fmla="*/ 203035 h 655211"/>
                <a:gd name="connsiteX8" fmla="*/ 199225 w 332437"/>
                <a:gd name="connsiteY8" fmla="*/ 203035 h 655211"/>
                <a:gd name="connsiteX9" fmla="*/ 199225 w 332437"/>
                <a:gd name="connsiteY9" fmla="*/ 5557 h 655211"/>
                <a:gd name="connsiteX10" fmla="*/ 199225 w 332437"/>
                <a:gd name="connsiteY10" fmla="*/ 0 h 655211"/>
                <a:gd name="connsiteX11" fmla="*/ 76833 w 332437"/>
                <a:gd name="connsiteY11" fmla="*/ 43492 h 655211"/>
                <a:gd name="connsiteX12" fmla="*/ 76833 w 332437"/>
                <a:gd name="connsiteY12" fmla="*/ 49049 h 655211"/>
                <a:gd name="connsiteX13" fmla="*/ 76833 w 332437"/>
                <a:gd name="connsiteY13" fmla="*/ 203035 h 655211"/>
                <a:gd name="connsiteX14" fmla="*/ 0 w 332437"/>
                <a:gd name="connsiteY14" fmla="*/ 203035 h 655211"/>
                <a:gd name="connsiteX15" fmla="*/ 0 w 332437"/>
                <a:gd name="connsiteY15" fmla="*/ 297392 h 655211"/>
                <a:gd name="connsiteX16" fmla="*/ 76508 w 332437"/>
                <a:gd name="connsiteY16" fmla="*/ 297392 h 655211"/>
                <a:gd name="connsiteX17" fmla="*/ 76508 w 332437"/>
                <a:gd name="connsiteY17" fmla="*/ 441119 h 655211"/>
                <a:gd name="connsiteX18" fmla="*/ 76508 w 332437"/>
                <a:gd name="connsiteY18" fmla="*/ 494015 h 655211"/>
                <a:gd name="connsiteX19" fmla="*/ 76508 w 332437"/>
                <a:gd name="connsiteY19" fmla="*/ 494015 h 655211"/>
                <a:gd name="connsiteX20" fmla="*/ 76508 w 332437"/>
                <a:gd name="connsiteY20" fmla="*/ 514105 h 655211"/>
                <a:gd name="connsiteX21" fmla="*/ 80729 w 332437"/>
                <a:gd name="connsiteY21" fmla="*/ 561124 h 655211"/>
                <a:gd name="connsiteX22" fmla="*/ 158752 w 332437"/>
                <a:gd name="connsiteY22" fmla="*/ 647894 h 655211"/>
                <a:gd name="connsiteX23" fmla="*/ 309280 w 332437"/>
                <a:gd name="connsiteY23" fmla="*/ 637956 h 655211"/>
                <a:gd name="connsiteX24" fmla="*/ 298458 w 332437"/>
                <a:gd name="connsiteY24" fmla="*/ 548621 h 65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2437" h="655211">
                  <a:moveTo>
                    <a:pt x="295103" y="550544"/>
                  </a:moveTo>
                  <a:cubicBezTo>
                    <a:pt x="281193" y="559503"/>
                    <a:pt x="264706" y="563742"/>
                    <a:pt x="248138" y="562620"/>
                  </a:cubicBezTo>
                  <a:cubicBezTo>
                    <a:pt x="226177" y="562923"/>
                    <a:pt x="207138" y="547676"/>
                    <a:pt x="202904" y="526394"/>
                  </a:cubicBezTo>
                  <a:cubicBezTo>
                    <a:pt x="200435" y="515630"/>
                    <a:pt x="199200" y="504625"/>
                    <a:pt x="199225" y="493588"/>
                  </a:cubicBezTo>
                  <a:cubicBezTo>
                    <a:pt x="199225" y="475956"/>
                    <a:pt x="199225" y="458324"/>
                    <a:pt x="199225" y="440692"/>
                  </a:cubicBezTo>
                  <a:cubicBezTo>
                    <a:pt x="199225" y="393994"/>
                    <a:pt x="199225" y="345693"/>
                    <a:pt x="199225" y="296965"/>
                  </a:cubicBezTo>
                  <a:lnTo>
                    <a:pt x="288394" y="296965"/>
                  </a:lnTo>
                  <a:lnTo>
                    <a:pt x="332438" y="203035"/>
                  </a:lnTo>
                  <a:lnTo>
                    <a:pt x="199225" y="203035"/>
                  </a:lnTo>
                  <a:lnTo>
                    <a:pt x="199225" y="5557"/>
                  </a:lnTo>
                  <a:cubicBezTo>
                    <a:pt x="199225" y="3847"/>
                    <a:pt x="199225" y="2030"/>
                    <a:pt x="199225" y="0"/>
                  </a:cubicBezTo>
                  <a:lnTo>
                    <a:pt x="76833" y="43492"/>
                  </a:lnTo>
                  <a:cubicBezTo>
                    <a:pt x="76833" y="45629"/>
                    <a:pt x="76833" y="47339"/>
                    <a:pt x="76833" y="49049"/>
                  </a:cubicBezTo>
                  <a:lnTo>
                    <a:pt x="76833" y="203035"/>
                  </a:lnTo>
                  <a:lnTo>
                    <a:pt x="0" y="203035"/>
                  </a:lnTo>
                  <a:lnTo>
                    <a:pt x="0" y="297392"/>
                  </a:lnTo>
                  <a:lnTo>
                    <a:pt x="76508" y="297392"/>
                  </a:lnTo>
                  <a:cubicBezTo>
                    <a:pt x="76508" y="346121"/>
                    <a:pt x="76508" y="394421"/>
                    <a:pt x="76508" y="441119"/>
                  </a:cubicBezTo>
                  <a:cubicBezTo>
                    <a:pt x="76508" y="458751"/>
                    <a:pt x="76508" y="476383"/>
                    <a:pt x="76508" y="494015"/>
                  </a:cubicBezTo>
                  <a:lnTo>
                    <a:pt x="76508" y="494015"/>
                  </a:lnTo>
                  <a:cubicBezTo>
                    <a:pt x="76508" y="500748"/>
                    <a:pt x="76508" y="507480"/>
                    <a:pt x="76508" y="514105"/>
                  </a:cubicBezTo>
                  <a:cubicBezTo>
                    <a:pt x="76620" y="529865"/>
                    <a:pt x="78031" y="545590"/>
                    <a:pt x="80729" y="561124"/>
                  </a:cubicBezTo>
                  <a:cubicBezTo>
                    <a:pt x="88087" y="606005"/>
                    <a:pt x="113193" y="636567"/>
                    <a:pt x="158752" y="647894"/>
                  </a:cubicBezTo>
                  <a:cubicBezTo>
                    <a:pt x="208735" y="660328"/>
                    <a:pt x="261418" y="656850"/>
                    <a:pt x="309280" y="637956"/>
                  </a:cubicBezTo>
                  <a:lnTo>
                    <a:pt x="298458" y="548621"/>
                  </a:ln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915A46A4-D2FF-626A-7DD3-869A13F9DF60}"/>
                </a:ext>
              </a:extLst>
            </p:cNvPr>
            <p:cNvSpPr/>
            <p:nvPr/>
          </p:nvSpPr>
          <p:spPr>
            <a:xfrm>
              <a:off x="2189944" y="1055498"/>
              <a:ext cx="485237" cy="447744"/>
            </a:xfrm>
            <a:custGeom>
              <a:avLst/>
              <a:gdLst>
                <a:gd name="connsiteX0" fmla="*/ 312418 w 485237"/>
                <a:gd name="connsiteY0" fmla="*/ 123637 h 447744"/>
                <a:gd name="connsiteX1" fmla="*/ 312418 w 485237"/>
                <a:gd name="connsiteY1" fmla="*/ 123637 h 447744"/>
                <a:gd name="connsiteX2" fmla="*/ 327352 w 485237"/>
                <a:gd name="connsiteY2" fmla="*/ 119684 h 447744"/>
                <a:gd name="connsiteX3" fmla="*/ 335035 w 485237"/>
                <a:gd name="connsiteY3" fmla="*/ 120645 h 447744"/>
                <a:gd name="connsiteX4" fmla="*/ 362413 w 485237"/>
                <a:gd name="connsiteY4" fmla="*/ 150459 h 447744"/>
                <a:gd name="connsiteX5" fmla="*/ 485238 w 485237"/>
                <a:gd name="connsiteY5" fmla="*/ 96174 h 447744"/>
                <a:gd name="connsiteX6" fmla="*/ 339255 w 485237"/>
                <a:gd name="connsiteY6" fmla="*/ 0 h 447744"/>
                <a:gd name="connsiteX7" fmla="*/ 283524 w 485237"/>
                <a:gd name="connsiteY7" fmla="*/ 6839 h 447744"/>
                <a:gd name="connsiteX8" fmla="*/ 267292 w 485237"/>
                <a:gd name="connsiteY8" fmla="*/ 12075 h 447744"/>
                <a:gd name="connsiteX9" fmla="*/ 267292 w 485237"/>
                <a:gd name="connsiteY9" fmla="*/ 12075 h 447744"/>
                <a:gd name="connsiteX10" fmla="*/ 265669 w 485237"/>
                <a:gd name="connsiteY10" fmla="*/ 12823 h 447744"/>
                <a:gd name="connsiteX11" fmla="*/ 228443 w 485237"/>
                <a:gd name="connsiteY11" fmla="*/ 35798 h 447744"/>
                <a:gd name="connsiteX12" fmla="*/ 144035 w 485237"/>
                <a:gd name="connsiteY12" fmla="*/ 178777 h 447744"/>
                <a:gd name="connsiteX13" fmla="*/ 125746 w 485237"/>
                <a:gd name="connsiteY13" fmla="*/ 20303 h 447744"/>
                <a:gd name="connsiteX14" fmla="*/ 0 w 485237"/>
                <a:gd name="connsiteY14" fmla="*/ 20303 h 447744"/>
                <a:gd name="connsiteX15" fmla="*/ 47290 w 485237"/>
                <a:gd name="connsiteY15" fmla="*/ 447745 h 447744"/>
                <a:gd name="connsiteX16" fmla="*/ 204527 w 485237"/>
                <a:gd name="connsiteY16" fmla="*/ 447745 h 447744"/>
                <a:gd name="connsiteX17" fmla="*/ 216539 w 485237"/>
                <a:gd name="connsiteY17" fmla="*/ 286493 h 447744"/>
                <a:gd name="connsiteX18" fmla="*/ 312418 w 485237"/>
                <a:gd name="connsiteY18" fmla="*/ 123637 h 44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5237" h="447744">
                  <a:moveTo>
                    <a:pt x="312418" y="123637"/>
                  </a:moveTo>
                  <a:lnTo>
                    <a:pt x="312418" y="123637"/>
                  </a:lnTo>
                  <a:cubicBezTo>
                    <a:pt x="316946" y="121019"/>
                    <a:pt x="322105" y="119653"/>
                    <a:pt x="327352" y="119684"/>
                  </a:cubicBezTo>
                  <a:cubicBezTo>
                    <a:pt x="329938" y="119760"/>
                    <a:pt x="332511" y="120082"/>
                    <a:pt x="335035" y="120645"/>
                  </a:cubicBezTo>
                  <a:cubicBezTo>
                    <a:pt x="349891" y="123410"/>
                    <a:pt x="361076" y="135589"/>
                    <a:pt x="362413" y="150459"/>
                  </a:cubicBezTo>
                  <a:lnTo>
                    <a:pt x="485238" y="96174"/>
                  </a:lnTo>
                  <a:cubicBezTo>
                    <a:pt x="461755" y="28104"/>
                    <a:pt x="402345" y="0"/>
                    <a:pt x="339255" y="0"/>
                  </a:cubicBezTo>
                  <a:cubicBezTo>
                    <a:pt x="320467" y="54"/>
                    <a:pt x="301755" y="2351"/>
                    <a:pt x="283524" y="6839"/>
                  </a:cubicBezTo>
                  <a:cubicBezTo>
                    <a:pt x="278003" y="8231"/>
                    <a:pt x="272581" y="9980"/>
                    <a:pt x="267292" y="12075"/>
                  </a:cubicBezTo>
                  <a:lnTo>
                    <a:pt x="267292" y="12075"/>
                  </a:lnTo>
                  <a:lnTo>
                    <a:pt x="265669" y="12823"/>
                  </a:lnTo>
                  <a:cubicBezTo>
                    <a:pt x="251883" y="18053"/>
                    <a:pt x="239244" y="25853"/>
                    <a:pt x="228443" y="35798"/>
                  </a:cubicBezTo>
                  <a:cubicBezTo>
                    <a:pt x="191108" y="67856"/>
                    <a:pt x="169249" y="118188"/>
                    <a:pt x="144035" y="178777"/>
                  </a:cubicBezTo>
                  <a:cubicBezTo>
                    <a:pt x="138191" y="127164"/>
                    <a:pt x="132023" y="77474"/>
                    <a:pt x="125746" y="20303"/>
                  </a:cubicBezTo>
                  <a:lnTo>
                    <a:pt x="0" y="20303"/>
                  </a:lnTo>
                  <a:cubicBezTo>
                    <a:pt x="15908" y="165740"/>
                    <a:pt x="31382" y="301239"/>
                    <a:pt x="47290" y="447745"/>
                  </a:cubicBezTo>
                  <a:lnTo>
                    <a:pt x="204527" y="447745"/>
                  </a:lnTo>
                  <a:cubicBezTo>
                    <a:pt x="204527" y="413549"/>
                    <a:pt x="205176" y="340136"/>
                    <a:pt x="216539" y="286493"/>
                  </a:cubicBezTo>
                  <a:cubicBezTo>
                    <a:pt x="231256" y="217033"/>
                    <a:pt x="268699" y="144582"/>
                    <a:pt x="312418" y="123637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BA91338E-3492-C68E-5008-795F64F97BAE}"/>
                </a:ext>
              </a:extLst>
            </p:cNvPr>
            <p:cNvSpPr/>
            <p:nvPr/>
          </p:nvSpPr>
          <p:spPr>
            <a:xfrm>
              <a:off x="1706436" y="1046783"/>
              <a:ext cx="470305" cy="466754"/>
            </a:xfrm>
            <a:custGeom>
              <a:avLst/>
              <a:gdLst>
                <a:gd name="connsiteX0" fmla="*/ 298892 w 470305"/>
                <a:gd name="connsiteY0" fmla="*/ 351523 h 466754"/>
                <a:gd name="connsiteX1" fmla="*/ 195655 w 470305"/>
                <a:gd name="connsiteY1" fmla="*/ 343936 h 466754"/>
                <a:gd name="connsiteX2" fmla="*/ 154641 w 470305"/>
                <a:gd name="connsiteY2" fmla="*/ 281957 h 466754"/>
                <a:gd name="connsiteX3" fmla="*/ 180396 w 470305"/>
                <a:gd name="connsiteY3" fmla="*/ 280140 h 466754"/>
                <a:gd name="connsiteX4" fmla="*/ 319345 w 470305"/>
                <a:gd name="connsiteY4" fmla="*/ 255776 h 466754"/>
                <a:gd name="connsiteX5" fmla="*/ 404727 w 470305"/>
                <a:gd name="connsiteY5" fmla="*/ 203201 h 466754"/>
                <a:gd name="connsiteX6" fmla="*/ 429400 w 470305"/>
                <a:gd name="connsiteY6" fmla="*/ 99440 h 466754"/>
                <a:gd name="connsiteX7" fmla="*/ 339906 w 470305"/>
                <a:gd name="connsiteY7" fmla="*/ 13951 h 466754"/>
                <a:gd name="connsiteX8" fmla="*/ 235045 w 470305"/>
                <a:gd name="connsiteY8" fmla="*/ 807 h 466754"/>
                <a:gd name="connsiteX9" fmla="*/ 36362 w 470305"/>
                <a:gd name="connsiteY9" fmla="*/ 113118 h 466754"/>
                <a:gd name="connsiteX10" fmla="*/ 21428 w 470305"/>
                <a:gd name="connsiteY10" fmla="*/ 340516 h 466754"/>
                <a:gd name="connsiteX11" fmla="*/ 29652 w 470305"/>
                <a:gd name="connsiteY11" fmla="*/ 357187 h 466754"/>
                <a:gd name="connsiteX12" fmla="*/ 32791 w 470305"/>
                <a:gd name="connsiteY12" fmla="*/ 357187 h 466754"/>
                <a:gd name="connsiteX13" fmla="*/ 32791 w 470305"/>
                <a:gd name="connsiteY13" fmla="*/ 362209 h 466754"/>
                <a:gd name="connsiteX14" fmla="*/ 182020 w 470305"/>
                <a:gd name="connsiteY14" fmla="*/ 462230 h 466754"/>
                <a:gd name="connsiteX15" fmla="*/ 312527 w 470305"/>
                <a:gd name="connsiteY15" fmla="*/ 456460 h 466754"/>
                <a:gd name="connsiteX16" fmla="*/ 470305 w 470305"/>
                <a:gd name="connsiteY16" fmla="*/ 347783 h 466754"/>
                <a:gd name="connsiteX17" fmla="*/ 393689 w 470305"/>
                <a:gd name="connsiteY17" fmla="*/ 279285 h 466754"/>
                <a:gd name="connsiteX18" fmla="*/ 298892 w 470305"/>
                <a:gd name="connsiteY18" fmla="*/ 351523 h 466754"/>
                <a:gd name="connsiteX19" fmla="*/ 185699 w 470305"/>
                <a:gd name="connsiteY19" fmla="*/ 106813 h 466754"/>
                <a:gd name="connsiteX20" fmla="*/ 254091 w 470305"/>
                <a:gd name="connsiteY20" fmla="*/ 85441 h 466754"/>
                <a:gd name="connsiteX21" fmla="*/ 298784 w 470305"/>
                <a:gd name="connsiteY21" fmla="*/ 150519 h 466754"/>
                <a:gd name="connsiteX22" fmla="*/ 268484 w 470305"/>
                <a:gd name="connsiteY22" fmla="*/ 176058 h 466754"/>
                <a:gd name="connsiteX23" fmla="*/ 142737 w 470305"/>
                <a:gd name="connsiteY23" fmla="*/ 201064 h 466754"/>
                <a:gd name="connsiteX24" fmla="*/ 185699 w 470305"/>
                <a:gd name="connsiteY24" fmla="*/ 106813 h 46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305" h="466754">
                  <a:moveTo>
                    <a:pt x="298892" y="351523"/>
                  </a:moveTo>
                  <a:cubicBezTo>
                    <a:pt x="263506" y="360286"/>
                    <a:pt x="226171" y="361140"/>
                    <a:pt x="195655" y="343936"/>
                  </a:cubicBezTo>
                  <a:cubicBezTo>
                    <a:pt x="172932" y="330735"/>
                    <a:pt x="157760" y="307808"/>
                    <a:pt x="154641" y="281957"/>
                  </a:cubicBezTo>
                  <a:cubicBezTo>
                    <a:pt x="165463" y="281316"/>
                    <a:pt x="170008" y="280782"/>
                    <a:pt x="180396" y="280140"/>
                  </a:cubicBezTo>
                  <a:cubicBezTo>
                    <a:pt x="227593" y="278061"/>
                    <a:pt x="274309" y="269869"/>
                    <a:pt x="319345" y="255776"/>
                  </a:cubicBezTo>
                  <a:cubicBezTo>
                    <a:pt x="352200" y="246427"/>
                    <a:pt x="381767" y="228221"/>
                    <a:pt x="404727" y="203201"/>
                  </a:cubicBezTo>
                  <a:cubicBezTo>
                    <a:pt x="429063" y="174392"/>
                    <a:pt x="438208" y="135934"/>
                    <a:pt x="429400" y="99440"/>
                  </a:cubicBezTo>
                  <a:cubicBezTo>
                    <a:pt x="420851" y="56695"/>
                    <a:pt x="376050" y="27095"/>
                    <a:pt x="339906" y="13951"/>
                  </a:cubicBezTo>
                  <a:cubicBezTo>
                    <a:pt x="306241" y="2488"/>
                    <a:pt x="270542" y="-1986"/>
                    <a:pt x="235045" y="807"/>
                  </a:cubicBezTo>
                  <a:cubicBezTo>
                    <a:pt x="143928" y="7646"/>
                    <a:pt x="76834" y="45368"/>
                    <a:pt x="36362" y="113118"/>
                  </a:cubicBezTo>
                  <a:cubicBezTo>
                    <a:pt x="-8548" y="187920"/>
                    <a:pt x="-9846" y="261653"/>
                    <a:pt x="21428" y="340516"/>
                  </a:cubicBezTo>
                  <a:cubicBezTo>
                    <a:pt x="23818" y="346236"/>
                    <a:pt x="26564" y="351803"/>
                    <a:pt x="29652" y="357187"/>
                  </a:cubicBezTo>
                  <a:lnTo>
                    <a:pt x="32791" y="357187"/>
                  </a:lnTo>
                  <a:lnTo>
                    <a:pt x="32791" y="362209"/>
                  </a:lnTo>
                  <a:cubicBezTo>
                    <a:pt x="62442" y="410082"/>
                    <a:pt x="123692" y="454109"/>
                    <a:pt x="182020" y="462230"/>
                  </a:cubicBezTo>
                  <a:cubicBezTo>
                    <a:pt x="225422" y="469815"/>
                    <a:pt x="269985" y="467845"/>
                    <a:pt x="312527" y="456460"/>
                  </a:cubicBezTo>
                  <a:cubicBezTo>
                    <a:pt x="431564" y="419272"/>
                    <a:pt x="466626" y="351096"/>
                    <a:pt x="470305" y="347783"/>
                  </a:cubicBezTo>
                  <a:cubicBezTo>
                    <a:pt x="448662" y="328334"/>
                    <a:pt x="394555" y="278965"/>
                    <a:pt x="393689" y="279285"/>
                  </a:cubicBezTo>
                  <a:cubicBezTo>
                    <a:pt x="380920" y="292109"/>
                    <a:pt x="358735" y="333250"/>
                    <a:pt x="298892" y="351523"/>
                  </a:cubicBezTo>
                  <a:close/>
                  <a:moveTo>
                    <a:pt x="185699" y="106813"/>
                  </a:moveTo>
                  <a:cubicBezTo>
                    <a:pt x="204959" y="91442"/>
                    <a:pt x="229382" y="83810"/>
                    <a:pt x="254091" y="85441"/>
                  </a:cubicBezTo>
                  <a:cubicBezTo>
                    <a:pt x="294996" y="86509"/>
                    <a:pt x="317181" y="119209"/>
                    <a:pt x="298784" y="150519"/>
                  </a:cubicBezTo>
                  <a:cubicBezTo>
                    <a:pt x="291469" y="161808"/>
                    <a:pt x="280923" y="170697"/>
                    <a:pt x="268484" y="176058"/>
                  </a:cubicBezTo>
                  <a:cubicBezTo>
                    <a:pt x="230067" y="194652"/>
                    <a:pt x="187430" y="199140"/>
                    <a:pt x="142737" y="201064"/>
                  </a:cubicBezTo>
                  <a:cubicBezTo>
                    <a:pt x="145659" y="164945"/>
                    <a:pt x="154858" y="132352"/>
                    <a:pt x="185699" y="106813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FE4934E1-AD03-7B82-0411-AEF13AFE1EBA}"/>
                </a:ext>
              </a:extLst>
            </p:cNvPr>
            <p:cNvSpPr/>
            <p:nvPr/>
          </p:nvSpPr>
          <p:spPr>
            <a:xfrm>
              <a:off x="840415" y="897409"/>
              <a:ext cx="141213" cy="131665"/>
            </a:xfrm>
            <a:custGeom>
              <a:avLst/>
              <a:gdLst>
                <a:gd name="connsiteX0" fmla="*/ 35144 w 141213"/>
                <a:gd name="connsiteY0" fmla="*/ 117161 h 131665"/>
                <a:gd name="connsiteX1" fmla="*/ 131564 w 141213"/>
                <a:gd name="connsiteY1" fmla="*/ 105620 h 131665"/>
                <a:gd name="connsiteX2" fmla="*/ 104402 w 141213"/>
                <a:gd name="connsiteY2" fmla="*/ 14255 h 131665"/>
                <a:gd name="connsiteX3" fmla="*/ 9822 w 141213"/>
                <a:gd name="connsiteY3" fmla="*/ 25902 h 131665"/>
                <a:gd name="connsiteX4" fmla="*/ 35144 w 141213"/>
                <a:gd name="connsiteY4" fmla="*/ 117161 h 13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213" h="131665">
                  <a:moveTo>
                    <a:pt x="35144" y="117161"/>
                  </a:moveTo>
                  <a:cubicBezTo>
                    <a:pt x="70531" y="140243"/>
                    <a:pt x="111652" y="135327"/>
                    <a:pt x="131564" y="105620"/>
                  </a:cubicBezTo>
                  <a:cubicBezTo>
                    <a:pt x="151476" y="75913"/>
                    <a:pt x="139680" y="37230"/>
                    <a:pt x="104402" y="14255"/>
                  </a:cubicBezTo>
                  <a:cubicBezTo>
                    <a:pt x="69124" y="-8720"/>
                    <a:pt x="28868" y="-3271"/>
                    <a:pt x="9822" y="25902"/>
                  </a:cubicBezTo>
                  <a:cubicBezTo>
                    <a:pt x="-9224" y="55075"/>
                    <a:pt x="-459" y="93972"/>
                    <a:pt x="35144" y="117161"/>
                  </a:cubicBezTo>
                  <a:close/>
                </a:path>
              </a:pathLst>
            </a:custGeom>
            <a:grpFill/>
            <a:ln w="10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48663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EE5B-255C-4CA1-8E0B-C275195CD74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51E65-9FA0-42F8-BD19-9120AD8536D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9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EE5B-255C-4CA1-8E0B-C275195CD7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51E65-9FA0-42F8-BD19-9120AD8536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68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1 Marcador de título">
            <a:extLst>
              <a:ext uri="{FF2B5EF4-FFF2-40B4-BE49-F238E27FC236}">
                <a16:creationId xmlns:a16="http://schemas.microsoft.com/office/drawing/2014/main" id="{70AF862B-E851-3693-A223-729904DDA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419"/>
              <a:t>Haga clic para modificar el estilo de título del patrón</a:t>
            </a:r>
            <a:endParaRPr lang="en-US" altLang="es-419"/>
          </a:p>
        </p:txBody>
      </p:sp>
      <p:sp>
        <p:nvSpPr>
          <p:cNvPr id="2051" name="2 Marcador de texto">
            <a:extLst>
              <a:ext uri="{FF2B5EF4-FFF2-40B4-BE49-F238E27FC236}">
                <a16:creationId xmlns:a16="http://schemas.microsoft.com/office/drawing/2014/main" id="{7B0EAFFB-61B2-16BA-6B74-6812B8D70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419"/>
              <a:t>Haga clic para modificar el estilo de texto del patrón</a:t>
            </a:r>
          </a:p>
          <a:p>
            <a:pPr lvl="1"/>
            <a:r>
              <a:rPr lang="es-ES" altLang="es-419"/>
              <a:t>Segundo nivel</a:t>
            </a:r>
          </a:p>
          <a:p>
            <a:pPr lvl="2"/>
            <a:r>
              <a:rPr lang="es-ES" altLang="es-419"/>
              <a:t>Tercer nivel</a:t>
            </a:r>
          </a:p>
          <a:p>
            <a:pPr lvl="3"/>
            <a:r>
              <a:rPr lang="es-ES" altLang="es-419"/>
              <a:t>Cuarto nivel</a:t>
            </a:r>
          </a:p>
          <a:p>
            <a:pPr lvl="4"/>
            <a:r>
              <a:rPr lang="es-ES" altLang="es-419"/>
              <a:t>Quinto nivel</a:t>
            </a:r>
            <a:endParaRPr lang="en-US" altLang="es-419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5391EA5E-BA6A-1727-9FC9-7F22CEDB2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70A82C-FE96-4ECE-9B18-37DDAAE9A276}" type="datetimeFigureOut">
              <a:rPr lang="en-US"/>
              <a:pPr>
                <a:defRPr/>
              </a:pPr>
              <a:t>4/1/2024</a:t>
            </a:fld>
            <a:endParaRPr 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C8CB29A9-CA8E-A2D2-3DBF-A302C5574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458F3BA-AE96-EFDA-6E0E-95465148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69AA1A-43B9-4B8B-A1AE-7F7D34BEBB8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CE25-76EC-AA06-B047-5DA95CBB8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AAACAE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5A9FE1C-3628-0F40-B328-1C45B148FB20}" type="slidenum">
              <a:rPr lang="en-VE" smtClean="0"/>
              <a:pPr/>
              <a:t>‹Nº›</a:t>
            </a:fld>
            <a:endParaRPr lang="en-V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87F14C-AD29-62FD-8F58-54384C5A4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E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CBBBE254-B8DD-DB07-4858-F06C3117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DA757E-5AAE-B235-26EF-79A4BBF67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Calibri 12 pts</a:t>
            </a:r>
            <a:endParaRPr lang="en-VE" dirty="0"/>
          </a:p>
        </p:txBody>
      </p:sp>
    </p:spTree>
    <p:extLst>
      <p:ext uri="{BB962C8B-B14F-4D97-AF65-F5344CB8AC3E}">
        <p14:creationId xmlns:p14="http://schemas.microsoft.com/office/powerpoint/2010/main" val="42184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5B8"/>
          </a:solidFill>
          <a:effectLst/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5B8"/>
        </a:buClr>
        <a:buSzPct val="140000"/>
        <a:buFont typeface="Arial" panose="020B0604020202020204" pitchFamily="34" charset="0"/>
        <a:buChar char="•"/>
        <a:defRPr sz="1800" b="0" i="0" kern="1200">
          <a:solidFill>
            <a:srgbClr val="63646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emf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emf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95C037E-822F-E91C-C3E7-071A88DEE98A}"/>
              </a:ext>
            </a:extLst>
          </p:cNvPr>
          <p:cNvSpPr txBox="1"/>
          <p:nvPr/>
        </p:nvSpPr>
        <p:spPr>
          <a:xfrm>
            <a:off x="-1042988" y="2149475"/>
            <a:ext cx="10817226" cy="1738874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err="1">
                <a:ln>
                  <a:noFill/>
                </a:ln>
                <a:solidFill>
                  <a:srgbClr val="FFA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arrow SemiBold"/>
              </a:rPr>
              <a:t>Bienvenidos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A4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Narrow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adroTexto 63"/>
          <p:cNvSpPr txBox="1"/>
          <p:nvPr/>
        </p:nvSpPr>
        <p:spPr>
          <a:xfrm>
            <a:off x="0" y="5479936"/>
            <a:ext cx="3554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Operaciones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IP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29/11/2023</a:t>
            </a: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066019-6F1D-1579-5FDC-B5B3BF78574D}"/>
              </a:ext>
            </a:extLst>
          </p:cNvPr>
          <p:cNvSpPr txBox="1"/>
          <p:nvPr/>
        </p:nvSpPr>
        <p:spPr>
          <a:xfrm>
            <a:off x="0" y="2459504"/>
            <a:ext cx="61363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Narrow SemiBold"/>
              </a:rPr>
              <a:t>Resumen</a:t>
            </a:r>
            <a:r>
              <a:rPr lang="en-US" sz="4000" dirty="0">
                <a:solidFill>
                  <a:schemeClr val="bg1"/>
                </a:solidFill>
                <a:latin typeface="Narrow SemiBold"/>
              </a:rPr>
              <a:t> de </a:t>
            </a:r>
            <a:r>
              <a:rPr lang="en-US" sz="4000" dirty="0" err="1">
                <a:solidFill>
                  <a:schemeClr val="bg1"/>
                </a:solidFill>
                <a:latin typeface="Narrow SemiBold"/>
              </a:rPr>
              <a:t>los</a:t>
            </a:r>
            <a:r>
              <a:rPr lang="en-US" sz="4000" dirty="0">
                <a:solidFill>
                  <a:schemeClr val="bg1"/>
                </a:solidFill>
                <a:latin typeface="Narrow SemiBold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Narrow SemiBold"/>
              </a:rPr>
              <a:t>aspectos</a:t>
            </a:r>
            <a:r>
              <a:rPr lang="en-US" sz="4000" dirty="0">
                <a:solidFill>
                  <a:schemeClr val="bg1"/>
                </a:solidFill>
                <a:latin typeface="Narrow SemiBold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Narrow SemiBold"/>
              </a:rPr>
              <a:t>destacados</a:t>
            </a:r>
            <a:endParaRPr lang="en-US" sz="4000" dirty="0">
              <a:solidFill>
                <a:schemeClr val="bg1"/>
              </a:solidFill>
              <a:latin typeface="Narrow SemiBold"/>
            </a:endParaRPr>
          </a:p>
          <a:p>
            <a:pPr algn="ctr"/>
            <a:r>
              <a:rPr lang="en-US" sz="4000" dirty="0" err="1">
                <a:solidFill>
                  <a:schemeClr val="bg1"/>
                </a:solidFill>
                <a:latin typeface="Narrow SemiBold"/>
              </a:rPr>
              <a:t>Capacitación</a:t>
            </a:r>
            <a:r>
              <a:rPr lang="en-US" sz="4000" dirty="0">
                <a:solidFill>
                  <a:schemeClr val="bg1"/>
                </a:solidFill>
                <a:latin typeface="Narrow SemiBold"/>
              </a:rPr>
              <a:t> ARUs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00AFB9-2124-7321-2551-64F2EDB3EA91}"/>
              </a:ext>
            </a:extLst>
          </p:cNvPr>
          <p:cNvSpPr txBox="1"/>
          <p:nvPr/>
        </p:nvSpPr>
        <p:spPr>
          <a:xfrm>
            <a:off x="5436825" y="261517"/>
            <a:ext cx="6202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RED FTTH</a:t>
            </a:r>
          </a:p>
        </p:txBody>
      </p:sp>
    </p:spTree>
    <p:extLst>
      <p:ext uri="{BB962C8B-B14F-4D97-AF65-F5344CB8AC3E}">
        <p14:creationId xmlns:p14="http://schemas.microsoft.com/office/powerpoint/2010/main" val="171883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244" y="432462"/>
            <a:ext cx="2743529" cy="232143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664" y="2672687"/>
            <a:ext cx="2306955" cy="9195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066" y="1664208"/>
            <a:ext cx="1343134" cy="121939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143" y="3608831"/>
            <a:ext cx="1343134" cy="121939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908" y="1355979"/>
            <a:ext cx="2083836" cy="107632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084" y="2853880"/>
            <a:ext cx="2083836" cy="10763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908" y="4330827"/>
            <a:ext cx="2083836" cy="1076325"/>
          </a:xfrm>
          <a:prstGeom prst="rect">
            <a:avLst/>
          </a:prstGeom>
        </p:spPr>
      </p:pic>
      <p:cxnSp>
        <p:nvCxnSpPr>
          <p:cNvPr id="11" name="Conector angular 10"/>
          <p:cNvCxnSpPr/>
          <p:nvPr/>
        </p:nvCxnSpPr>
        <p:spPr>
          <a:xfrm rot="10800000" flipV="1">
            <a:off x="2691892" y="3392042"/>
            <a:ext cx="2703068" cy="8599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/>
          <p:cNvCxnSpPr/>
          <p:nvPr/>
        </p:nvCxnSpPr>
        <p:spPr>
          <a:xfrm>
            <a:off x="2697480" y="2273903"/>
            <a:ext cx="3419856" cy="981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stCxn id="7" idx="1"/>
          </p:cNvCxnSpPr>
          <p:nvPr/>
        </p:nvCxnSpPr>
        <p:spPr>
          <a:xfrm rot="10800000" flipV="1">
            <a:off x="6574536" y="1894142"/>
            <a:ext cx="1489372" cy="1361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r 18"/>
          <p:cNvCxnSpPr>
            <a:stCxn id="8" idx="1"/>
          </p:cNvCxnSpPr>
          <p:nvPr/>
        </p:nvCxnSpPr>
        <p:spPr>
          <a:xfrm rot="10800000">
            <a:off x="6117336" y="3335847"/>
            <a:ext cx="2592748" cy="561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21"/>
          <p:cNvCxnSpPr>
            <a:stCxn id="9" idx="1"/>
          </p:cNvCxnSpPr>
          <p:nvPr/>
        </p:nvCxnSpPr>
        <p:spPr>
          <a:xfrm rot="10800000">
            <a:off x="5860142" y="3404236"/>
            <a:ext cx="2203767" cy="14647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459897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OLT1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8881637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G2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1423009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OLT2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063908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G1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8063908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G3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1543" y="4550223"/>
            <a:ext cx="1495865" cy="101514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958" y="5714844"/>
            <a:ext cx="1495865" cy="101514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542" y="4827720"/>
            <a:ext cx="1495865" cy="1015140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98" y="22782"/>
            <a:ext cx="1495865" cy="1015140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6863" y="78903"/>
            <a:ext cx="1495865" cy="1015140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38" y="1258763"/>
            <a:ext cx="1495865" cy="1015140"/>
          </a:xfrm>
          <a:prstGeom prst="rect">
            <a:avLst/>
          </a:prstGeom>
        </p:spPr>
      </p:pic>
      <p:cxnSp>
        <p:nvCxnSpPr>
          <p:cNvPr id="12" name="Conector angular 11"/>
          <p:cNvCxnSpPr/>
          <p:nvPr/>
        </p:nvCxnSpPr>
        <p:spPr>
          <a:xfrm rot="16200000" flipH="1">
            <a:off x="741342" y="673327"/>
            <a:ext cx="1441912" cy="11406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/>
          <p:cNvCxnSpPr/>
          <p:nvPr/>
        </p:nvCxnSpPr>
        <p:spPr>
          <a:xfrm rot="5400000">
            <a:off x="1618587" y="1155149"/>
            <a:ext cx="1614423" cy="34952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/>
          <p:nvPr/>
        </p:nvCxnSpPr>
        <p:spPr>
          <a:xfrm>
            <a:off x="703167" y="1717810"/>
            <a:ext cx="1446736" cy="94416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/>
          <p:cNvCxnSpPr/>
          <p:nvPr/>
        </p:nvCxnSpPr>
        <p:spPr>
          <a:xfrm>
            <a:off x="2216468" y="4018283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/>
          <p:cNvCxnSpPr/>
          <p:nvPr/>
        </p:nvCxnSpPr>
        <p:spPr>
          <a:xfrm rot="5400000" flipH="1" flipV="1">
            <a:off x="817980" y="4311217"/>
            <a:ext cx="1039118" cy="8537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/>
          <p:cNvCxnSpPr/>
          <p:nvPr/>
        </p:nvCxnSpPr>
        <p:spPr>
          <a:xfrm rot="16200000" flipH="1">
            <a:off x="1508662" y="5070451"/>
            <a:ext cx="1591988" cy="5017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2763996" y="2904892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Demonio</a:t>
            </a:r>
            <a:r>
              <a:rPr lang="en-US" dirty="0"/>
              <a:t> OLT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6729434" y="1155511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Demonio</a:t>
            </a:r>
            <a:r>
              <a:rPr lang="en-US" dirty="0"/>
              <a:t> 815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7692167" y="78903"/>
            <a:ext cx="425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</a:rPr>
              <a:t>RED FTTH</a:t>
            </a:r>
          </a:p>
        </p:txBody>
      </p:sp>
      <p:sp>
        <p:nvSpPr>
          <p:cNvPr id="50" name="Forma libre 49"/>
          <p:cNvSpPr/>
          <p:nvPr/>
        </p:nvSpPr>
        <p:spPr>
          <a:xfrm>
            <a:off x="1562100" y="990600"/>
            <a:ext cx="9906000" cy="4714875"/>
          </a:xfrm>
          <a:custGeom>
            <a:avLst/>
            <a:gdLst>
              <a:gd name="connsiteX0" fmla="*/ 133350 w 9906000"/>
              <a:gd name="connsiteY0" fmla="*/ 1933575 h 4714875"/>
              <a:gd name="connsiteX1" fmla="*/ 142875 w 9906000"/>
              <a:gd name="connsiteY1" fmla="*/ 333375 h 4714875"/>
              <a:gd name="connsiteX2" fmla="*/ 1390650 w 9906000"/>
              <a:gd name="connsiteY2" fmla="*/ 361950 h 4714875"/>
              <a:gd name="connsiteX3" fmla="*/ 1524000 w 9906000"/>
              <a:gd name="connsiteY3" fmla="*/ 1076325 h 4714875"/>
              <a:gd name="connsiteX4" fmla="*/ 5362575 w 9906000"/>
              <a:gd name="connsiteY4" fmla="*/ 1076325 h 4714875"/>
              <a:gd name="connsiteX5" fmla="*/ 5353050 w 9906000"/>
              <a:gd name="connsiteY5" fmla="*/ 857250 h 4714875"/>
              <a:gd name="connsiteX6" fmla="*/ 6391275 w 9906000"/>
              <a:gd name="connsiteY6" fmla="*/ 838200 h 4714875"/>
              <a:gd name="connsiteX7" fmla="*/ 6400800 w 9906000"/>
              <a:gd name="connsiteY7" fmla="*/ 0 h 4714875"/>
              <a:gd name="connsiteX8" fmla="*/ 9086850 w 9906000"/>
              <a:gd name="connsiteY8" fmla="*/ 28575 h 4714875"/>
              <a:gd name="connsiteX9" fmla="*/ 9906000 w 9906000"/>
              <a:gd name="connsiteY9" fmla="*/ 2381250 h 4714875"/>
              <a:gd name="connsiteX10" fmla="*/ 8267700 w 9906000"/>
              <a:gd name="connsiteY10" fmla="*/ 4714875 h 4714875"/>
              <a:gd name="connsiteX11" fmla="*/ 5286375 w 9906000"/>
              <a:gd name="connsiteY11" fmla="*/ 4619625 h 4714875"/>
              <a:gd name="connsiteX12" fmla="*/ 4933950 w 9906000"/>
              <a:gd name="connsiteY12" fmla="*/ 2819400 h 4714875"/>
              <a:gd name="connsiteX13" fmla="*/ 3086100 w 9906000"/>
              <a:gd name="connsiteY13" fmla="*/ 2838450 h 4714875"/>
              <a:gd name="connsiteX14" fmla="*/ 2590800 w 9906000"/>
              <a:gd name="connsiteY14" fmla="*/ 3343275 h 4714875"/>
              <a:gd name="connsiteX15" fmla="*/ 1238250 w 9906000"/>
              <a:gd name="connsiteY15" fmla="*/ 3362325 h 4714875"/>
              <a:gd name="connsiteX16" fmla="*/ 1143000 w 9906000"/>
              <a:gd name="connsiteY16" fmla="*/ 3876675 h 4714875"/>
              <a:gd name="connsiteX17" fmla="*/ 0 w 9906000"/>
              <a:gd name="connsiteY17" fmla="*/ 3771900 h 4714875"/>
              <a:gd name="connsiteX18" fmla="*/ 133350 w 9906000"/>
              <a:gd name="connsiteY18" fmla="*/ 1933575 h 471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906000" h="4714875">
                <a:moveTo>
                  <a:pt x="133350" y="1933575"/>
                </a:moveTo>
                <a:lnTo>
                  <a:pt x="142875" y="333375"/>
                </a:lnTo>
                <a:lnTo>
                  <a:pt x="1390650" y="361950"/>
                </a:lnTo>
                <a:lnTo>
                  <a:pt x="1524000" y="1076325"/>
                </a:lnTo>
                <a:lnTo>
                  <a:pt x="5362575" y="1076325"/>
                </a:lnTo>
                <a:lnTo>
                  <a:pt x="5353050" y="857250"/>
                </a:lnTo>
                <a:lnTo>
                  <a:pt x="6391275" y="838200"/>
                </a:lnTo>
                <a:lnTo>
                  <a:pt x="6400800" y="0"/>
                </a:lnTo>
                <a:lnTo>
                  <a:pt x="9086850" y="28575"/>
                </a:lnTo>
                <a:lnTo>
                  <a:pt x="9906000" y="2381250"/>
                </a:lnTo>
                <a:lnTo>
                  <a:pt x="8267700" y="4714875"/>
                </a:lnTo>
                <a:lnTo>
                  <a:pt x="5286375" y="4619625"/>
                </a:lnTo>
                <a:lnTo>
                  <a:pt x="4933950" y="2819400"/>
                </a:lnTo>
                <a:lnTo>
                  <a:pt x="3086100" y="2838450"/>
                </a:lnTo>
                <a:lnTo>
                  <a:pt x="2590800" y="3343275"/>
                </a:lnTo>
                <a:lnTo>
                  <a:pt x="1238250" y="3362325"/>
                </a:lnTo>
                <a:lnTo>
                  <a:pt x="1143000" y="3876675"/>
                </a:lnTo>
                <a:lnTo>
                  <a:pt x="0" y="3771900"/>
                </a:lnTo>
                <a:lnTo>
                  <a:pt x="133350" y="193357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orma libre 51"/>
          <p:cNvSpPr/>
          <p:nvPr/>
        </p:nvSpPr>
        <p:spPr>
          <a:xfrm>
            <a:off x="161925" y="-19050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chemeClr val="accent4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/>
          <p:cNvSpPr/>
          <p:nvPr/>
        </p:nvSpPr>
        <p:spPr>
          <a:xfrm>
            <a:off x="1022444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/>
          <p:cNvSpPr/>
          <p:nvPr/>
        </p:nvSpPr>
        <p:spPr>
          <a:xfrm>
            <a:off x="1139716" y="139035"/>
            <a:ext cx="744366" cy="105157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/>
          <p:cNvSpPr/>
          <p:nvPr/>
        </p:nvSpPr>
        <p:spPr>
          <a:xfrm>
            <a:off x="2725096" y="57472"/>
            <a:ext cx="710951" cy="1179290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/>
          <p:cNvSpPr/>
          <p:nvPr/>
        </p:nvSpPr>
        <p:spPr>
          <a:xfrm>
            <a:off x="1084247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ipse 56"/>
          <p:cNvSpPr/>
          <p:nvPr/>
        </p:nvSpPr>
        <p:spPr>
          <a:xfrm>
            <a:off x="2735098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ipse 57"/>
          <p:cNvSpPr/>
          <p:nvPr/>
        </p:nvSpPr>
        <p:spPr>
          <a:xfrm>
            <a:off x="3689418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orma libre 59"/>
          <p:cNvSpPr/>
          <p:nvPr/>
        </p:nvSpPr>
        <p:spPr>
          <a:xfrm>
            <a:off x="257175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chemeClr val="bg2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upo 19"/>
          <p:cNvGrpSpPr/>
          <p:nvPr/>
        </p:nvGrpSpPr>
        <p:grpSpPr>
          <a:xfrm>
            <a:off x="4706664" y="5187304"/>
            <a:ext cx="2209800" cy="1384289"/>
            <a:chOff x="4706664" y="5187304"/>
            <a:chExt cx="2209800" cy="1384289"/>
          </a:xfrm>
        </p:grpSpPr>
        <p:grpSp>
          <p:nvGrpSpPr>
            <p:cNvPr id="15" name="Grupo 14"/>
            <p:cNvGrpSpPr/>
            <p:nvPr/>
          </p:nvGrpSpPr>
          <p:grpSpPr>
            <a:xfrm>
              <a:off x="4706664" y="5187304"/>
              <a:ext cx="2209800" cy="1384289"/>
              <a:chOff x="4510174" y="5424541"/>
              <a:chExt cx="2209800" cy="1384289"/>
            </a:xfrm>
          </p:grpSpPr>
          <p:sp>
            <p:nvSpPr>
              <p:cNvPr id="10" name="Elipse 9"/>
              <p:cNvSpPr/>
              <p:nvPr/>
            </p:nvSpPr>
            <p:spPr>
              <a:xfrm>
                <a:off x="4510177" y="5469542"/>
                <a:ext cx="295275" cy="252316"/>
              </a:xfrm>
              <a:prstGeom prst="ellipse">
                <a:avLst/>
              </a:prstGeom>
              <a:solidFill>
                <a:srgbClr val="FF0000">
                  <a:alpha val="3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Elipse 46"/>
              <p:cNvSpPr/>
              <p:nvPr/>
            </p:nvSpPr>
            <p:spPr>
              <a:xfrm>
                <a:off x="4510176" y="5805494"/>
                <a:ext cx="295275" cy="2523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Elipse 47"/>
              <p:cNvSpPr/>
              <p:nvPr/>
            </p:nvSpPr>
            <p:spPr>
              <a:xfrm>
                <a:off x="4510175" y="6132969"/>
                <a:ext cx="295275" cy="252316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Elipse 48"/>
              <p:cNvSpPr/>
              <p:nvPr/>
            </p:nvSpPr>
            <p:spPr>
              <a:xfrm>
                <a:off x="4510174" y="6460444"/>
                <a:ext cx="295275" cy="25231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CuadroTexto 12"/>
              <p:cNvSpPr txBox="1"/>
              <p:nvPr/>
            </p:nvSpPr>
            <p:spPr>
              <a:xfrm>
                <a:off x="4763404" y="5424541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ABONADO</a:t>
                </a:r>
              </a:p>
            </p:txBody>
          </p:sp>
          <p:sp>
            <p:nvSpPr>
              <p:cNvPr id="51" name="CuadroTexto 50"/>
              <p:cNvSpPr txBox="1"/>
              <p:nvPr/>
            </p:nvSpPr>
            <p:spPr>
              <a:xfrm>
                <a:off x="4784934" y="5737748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OPERACIONES IP</a:t>
                </a:r>
              </a:p>
            </p:txBody>
          </p:sp>
          <p:sp>
            <p:nvSpPr>
              <p:cNvPr id="59" name="CuadroTexto 58"/>
              <p:cNvSpPr txBox="1"/>
              <p:nvPr/>
            </p:nvSpPr>
            <p:spPr>
              <a:xfrm>
                <a:off x="4805449" y="6072062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SISTEMAS</a:t>
                </a:r>
              </a:p>
            </p:txBody>
          </p:sp>
          <p:sp>
            <p:nvSpPr>
              <p:cNvPr id="61" name="CuadroTexto 60"/>
              <p:cNvSpPr txBox="1"/>
              <p:nvPr/>
            </p:nvSpPr>
            <p:spPr>
              <a:xfrm>
                <a:off x="4801673" y="6439498"/>
                <a:ext cx="1914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HEADEND ARUs</a:t>
                </a:r>
              </a:p>
            </p:txBody>
          </p:sp>
        </p:grpSp>
        <p:cxnSp>
          <p:nvCxnSpPr>
            <p:cNvPr id="18" name="Conector recto 17"/>
            <p:cNvCxnSpPr/>
            <p:nvPr/>
          </p:nvCxnSpPr>
          <p:spPr>
            <a:xfrm>
              <a:off x="4706664" y="6514443"/>
              <a:ext cx="291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/>
          <p:cNvSpPr/>
          <p:nvPr/>
        </p:nvSpPr>
        <p:spPr>
          <a:xfrm>
            <a:off x="4546499" y="5500511"/>
            <a:ext cx="2182935" cy="107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8A35FB7-8858-4B76-94E6-EF0273561B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63791" y="5857274"/>
            <a:ext cx="1025174" cy="3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9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66" y="1664208"/>
            <a:ext cx="1343134" cy="121939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43" y="3608831"/>
            <a:ext cx="1343134" cy="1219390"/>
          </a:xfrm>
          <a:prstGeom prst="rect">
            <a:avLst/>
          </a:prstGeom>
        </p:spPr>
      </p:pic>
      <p:cxnSp>
        <p:nvCxnSpPr>
          <p:cNvPr id="38" name="Conector angular 37"/>
          <p:cNvCxnSpPr/>
          <p:nvPr/>
        </p:nvCxnSpPr>
        <p:spPr>
          <a:xfrm>
            <a:off x="2216468" y="4018283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479" y="386073"/>
            <a:ext cx="2743529" cy="232143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664" y="2672687"/>
            <a:ext cx="2306955" cy="919571"/>
          </a:xfrm>
          <a:prstGeom prst="rect">
            <a:avLst/>
          </a:prstGeom>
        </p:spPr>
      </p:pic>
      <p:sp>
        <p:nvSpPr>
          <p:cNvPr id="30" name="Forma libre 29"/>
          <p:cNvSpPr/>
          <p:nvPr/>
        </p:nvSpPr>
        <p:spPr>
          <a:xfrm>
            <a:off x="1466850" y="1390650"/>
            <a:ext cx="3238500" cy="3409950"/>
          </a:xfrm>
          <a:custGeom>
            <a:avLst/>
            <a:gdLst>
              <a:gd name="connsiteX0" fmla="*/ 285750 w 3238500"/>
              <a:gd name="connsiteY0" fmla="*/ 95250 h 3409950"/>
              <a:gd name="connsiteX1" fmla="*/ 0 w 3238500"/>
              <a:gd name="connsiteY1" fmla="*/ 3124200 h 3409950"/>
              <a:gd name="connsiteX2" fmla="*/ 200025 w 3238500"/>
              <a:gd name="connsiteY2" fmla="*/ 3400425 h 3409950"/>
              <a:gd name="connsiteX3" fmla="*/ 1276350 w 3238500"/>
              <a:gd name="connsiteY3" fmla="*/ 3409950 h 3409950"/>
              <a:gd name="connsiteX4" fmla="*/ 1447800 w 3238500"/>
              <a:gd name="connsiteY4" fmla="*/ 2981325 h 3409950"/>
              <a:gd name="connsiteX5" fmla="*/ 2790825 w 3238500"/>
              <a:gd name="connsiteY5" fmla="*/ 2943225 h 3409950"/>
              <a:gd name="connsiteX6" fmla="*/ 3228975 w 3238500"/>
              <a:gd name="connsiteY6" fmla="*/ 2152650 h 3409950"/>
              <a:gd name="connsiteX7" fmla="*/ 3238500 w 3238500"/>
              <a:gd name="connsiteY7" fmla="*/ 485775 h 3409950"/>
              <a:gd name="connsiteX8" fmla="*/ 1762125 w 3238500"/>
              <a:gd name="connsiteY8" fmla="*/ 209550 h 3409950"/>
              <a:gd name="connsiteX9" fmla="*/ 1104900 w 3238500"/>
              <a:gd name="connsiteY9" fmla="*/ 0 h 3409950"/>
              <a:gd name="connsiteX10" fmla="*/ 342900 w 3238500"/>
              <a:gd name="connsiteY10" fmla="*/ 47625 h 3409950"/>
              <a:gd name="connsiteX11" fmla="*/ 285750 w 3238500"/>
              <a:gd name="connsiteY11" fmla="*/ 952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38500" h="3409950">
                <a:moveTo>
                  <a:pt x="285750" y="95250"/>
                </a:moveTo>
                <a:lnTo>
                  <a:pt x="0" y="3124200"/>
                </a:lnTo>
                <a:lnTo>
                  <a:pt x="200025" y="3400425"/>
                </a:lnTo>
                <a:lnTo>
                  <a:pt x="1276350" y="3409950"/>
                </a:lnTo>
                <a:lnTo>
                  <a:pt x="1447800" y="2981325"/>
                </a:lnTo>
                <a:lnTo>
                  <a:pt x="2790825" y="2943225"/>
                </a:lnTo>
                <a:lnTo>
                  <a:pt x="3228975" y="2152650"/>
                </a:lnTo>
                <a:lnTo>
                  <a:pt x="3238500" y="485775"/>
                </a:lnTo>
                <a:lnTo>
                  <a:pt x="1762125" y="209550"/>
                </a:lnTo>
                <a:lnTo>
                  <a:pt x="1104900" y="0"/>
                </a:lnTo>
                <a:lnTo>
                  <a:pt x="342900" y="47625"/>
                </a:lnTo>
                <a:lnTo>
                  <a:pt x="285750" y="95250"/>
                </a:lnTo>
                <a:close/>
              </a:path>
            </a:pathLst>
          </a:cu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908" y="1355979"/>
            <a:ext cx="2083836" cy="107632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084" y="2853880"/>
            <a:ext cx="2083836" cy="10763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908" y="4330827"/>
            <a:ext cx="2083836" cy="1076325"/>
          </a:xfrm>
          <a:prstGeom prst="rect">
            <a:avLst/>
          </a:prstGeom>
        </p:spPr>
      </p:pic>
      <p:cxnSp>
        <p:nvCxnSpPr>
          <p:cNvPr id="11" name="Conector angular 10"/>
          <p:cNvCxnSpPr/>
          <p:nvPr/>
        </p:nvCxnSpPr>
        <p:spPr>
          <a:xfrm rot="10800000" flipV="1">
            <a:off x="2691892" y="3392042"/>
            <a:ext cx="2703068" cy="8599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/>
          <p:cNvCxnSpPr/>
          <p:nvPr/>
        </p:nvCxnSpPr>
        <p:spPr>
          <a:xfrm>
            <a:off x="2697480" y="2273903"/>
            <a:ext cx="3419856" cy="981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stCxn id="7" idx="1"/>
          </p:cNvCxnSpPr>
          <p:nvPr/>
        </p:nvCxnSpPr>
        <p:spPr>
          <a:xfrm rot="10800000" flipV="1">
            <a:off x="6574536" y="1894142"/>
            <a:ext cx="1489372" cy="1361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r 18"/>
          <p:cNvCxnSpPr>
            <a:stCxn id="8" idx="1"/>
          </p:cNvCxnSpPr>
          <p:nvPr/>
        </p:nvCxnSpPr>
        <p:spPr>
          <a:xfrm rot="10800000">
            <a:off x="6117336" y="3335847"/>
            <a:ext cx="2592748" cy="561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21"/>
          <p:cNvCxnSpPr>
            <a:stCxn id="9" idx="1"/>
          </p:cNvCxnSpPr>
          <p:nvPr/>
        </p:nvCxnSpPr>
        <p:spPr>
          <a:xfrm rot="10800000">
            <a:off x="5860142" y="3404236"/>
            <a:ext cx="2203767" cy="14647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459897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OLT1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8881637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G2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1423009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OLT2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063908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G1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8063908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G3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1543" y="4550223"/>
            <a:ext cx="1495865" cy="101514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958" y="5714844"/>
            <a:ext cx="1495865" cy="101514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542" y="4827720"/>
            <a:ext cx="1495865" cy="1015140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98" y="22782"/>
            <a:ext cx="1495865" cy="1015140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6863" y="78903"/>
            <a:ext cx="1495865" cy="1015140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38" y="1258763"/>
            <a:ext cx="1495865" cy="1015140"/>
          </a:xfrm>
          <a:prstGeom prst="rect">
            <a:avLst/>
          </a:prstGeom>
        </p:spPr>
      </p:pic>
      <p:cxnSp>
        <p:nvCxnSpPr>
          <p:cNvPr id="12" name="Conector angular 11"/>
          <p:cNvCxnSpPr/>
          <p:nvPr/>
        </p:nvCxnSpPr>
        <p:spPr>
          <a:xfrm rot="16200000" flipH="1">
            <a:off x="741342" y="673327"/>
            <a:ext cx="1441912" cy="11406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/>
          <p:cNvCxnSpPr/>
          <p:nvPr/>
        </p:nvCxnSpPr>
        <p:spPr>
          <a:xfrm rot="5400000">
            <a:off x="1618587" y="1155149"/>
            <a:ext cx="1614423" cy="34952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/>
          <p:nvPr/>
        </p:nvCxnSpPr>
        <p:spPr>
          <a:xfrm>
            <a:off x="703167" y="1717810"/>
            <a:ext cx="1446736" cy="94416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/>
          <p:cNvCxnSpPr/>
          <p:nvPr/>
        </p:nvCxnSpPr>
        <p:spPr>
          <a:xfrm rot="5400000" flipH="1" flipV="1">
            <a:off x="817980" y="4311217"/>
            <a:ext cx="1039118" cy="8537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/>
          <p:cNvCxnSpPr/>
          <p:nvPr/>
        </p:nvCxnSpPr>
        <p:spPr>
          <a:xfrm rot="16200000" flipH="1">
            <a:off x="1508662" y="5070451"/>
            <a:ext cx="1591988" cy="5017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3353131" y="1209978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Demonio</a:t>
            </a:r>
            <a:r>
              <a:rPr lang="en-US" dirty="0"/>
              <a:t> OLT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6729434" y="1155511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Demonio</a:t>
            </a:r>
            <a:r>
              <a:rPr lang="en-US" dirty="0"/>
              <a:t> 815</a:t>
            </a:r>
          </a:p>
        </p:txBody>
      </p:sp>
      <p:sp>
        <p:nvSpPr>
          <p:cNvPr id="52" name="Forma libre 51"/>
          <p:cNvSpPr/>
          <p:nvPr/>
        </p:nvSpPr>
        <p:spPr>
          <a:xfrm>
            <a:off x="161925" y="-19050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chemeClr val="accent4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/>
          <p:cNvSpPr/>
          <p:nvPr/>
        </p:nvSpPr>
        <p:spPr>
          <a:xfrm>
            <a:off x="1022444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/>
          <p:cNvSpPr/>
          <p:nvPr/>
        </p:nvSpPr>
        <p:spPr>
          <a:xfrm>
            <a:off x="1139716" y="85799"/>
            <a:ext cx="744366" cy="1104814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/>
          <p:cNvSpPr/>
          <p:nvPr/>
        </p:nvSpPr>
        <p:spPr>
          <a:xfrm>
            <a:off x="2725096" y="69534"/>
            <a:ext cx="710951" cy="116722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/>
          <p:cNvSpPr/>
          <p:nvPr/>
        </p:nvSpPr>
        <p:spPr>
          <a:xfrm>
            <a:off x="1084247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ipse 56"/>
          <p:cNvSpPr/>
          <p:nvPr/>
        </p:nvSpPr>
        <p:spPr>
          <a:xfrm>
            <a:off x="2735098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ipse 57"/>
          <p:cNvSpPr/>
          <p:nvPr/>
        </p:nvSpPr>
        <p:spPr>
          <a:xfrm>
            <a:off x="3689418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orma libre 59"/>
          <p:cNvSpPr/>
          <p:nvPr/>
        </p:nvSpPr>
        <p:spPr>
          <a:xfrm>
            <a:off x="257175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chemeClr val="bg2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/>
          <p:cNvSpPr/>
          <p:nvPr/>
        </p:nvSpPr>
        <p:spPr>
          <a:xfrm>
            <a:off x="4706667" y="5232305"/>
            <a:ext cx="295275" cy="252316"/>
          </a:xfrm>
          <a:prstGeom prst="ellipse">
            <a:avLst/>
          </a:prstGeom>
          <a:solidFill>
            <a:srgbClr val="FF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ipse 46"/>
          <p:cNvSpPr/>
          <p:nvPr/>
        </p:nvSpPr>
        <p:spPr>
          <a:xfrm>
            <a:off x="4706666" y="5568257"/>
            <a:ext cx="295275" cy="252316"/>
          </a:xfrm>
          <a:prstGeom prst="ellipse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/>
          <p:cNvSpPr/>
          <p:nvPr/>
        </p:nvSpPr>
        <p:spPr>
          <a:xfrm>
            <a:off x="4706665" y="5895732"/>
            <a:ext cx="295275" cy="25231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/>
          <p:cNvSpPr/>
          <p:nvPr/>
        </p:nvSpPr>
        <p:spPr>
          <a:xfrm>
            <a:off x="4706664" y="6223207"/>
            <a:ext cx="295275" cy="252316"/>
          </a:xfrm>
          <a:prstGeom prst="ellipse">
            <a:avLst/>
          </a:prstGeom>
          <a:solidFill>
            <a:schemeClr val="tx1">
              <a:lumMod val="85000"/>
              <a:lumOff val="15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4959894" y="5187304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ABONADO (inter)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4981424" y="5500511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OPERACIONES IP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5001939" y="5834825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SISTEMAS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4998163" y="6202261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HEADEND ARUS</a:t>
            </a:r>
          </a:p>
        </p:txBody>
      </p:sp>
      <p:cxnSp>
        <p:nvCxnSpPr>
          <p:cNvPr id="18" name="Conector recto 17"/>
          <p:cNvCxnSpPr/>
          <p:nvPr/>
        </p:nvCxnSpPr>
        <p:spPr>
          <a:xfrm>
            <a:off x="4706664" y="6514443"/>
            <a:ext cx="2914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>
            <a:off x="5743575" y="78903"/>
            <a:ext cx="6207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</a:rPr>
              <a:t>RED FTTH Inter – </a:t>
            </a:r>
            <a:r>
              <a:rPr lang="en-US" sz="3600" dirty="0" err="1">
                <a:solidFill>
                  <a:srgbClr val="0070C0"/>
                </a:solidFill>
              </a:rPr>
              <a:t>Netuno</a:t>
            </a:r>
            <a:r>
              <a:rPr lang="en-US" sz="3600" dirty="0">
                <a:solidFill>
                  <a:srgbClr val="0070C0"/>
                </a:solidFill>
              </a:rPr>
              <a:t> – Inter</a:t>
            </a:r>
          </a:p>
          <a:p>
            <a:pPr algn="r"/>
            <a:r>
              <a:rPr lang="en-US" sz="2000" dirty="0" err="1">
                <a:solidFill>
                  <a:srgbClr val="0070C0"/>
                </a:solidFill>
              </a:rPr>
              <a:t>Empresa</a:t>
            </a:r>
            <a:r>
              <a:rPr lang="en-US" sz="2000" dirty="0">
                <a:solidFill>
                  <a:srgbClr val="0070C0"/>
                </a:solidFill>
              </a:rPr>
              <a:t> B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21" name="Forma libre 20"/>
          <p:cNvSpPr/>
          <p:nvPr/>
        </p:nvSpPr>
        <p:spPr>
          <a:xfrm>
            <a:off x="4648200" y="1019175"/>
            <a:ext cx="6438900" cy="4572000"/>
          </a:xfrm>
          <a:custGeom>
            <a:avLst/>
            <a:gdLst>
              <a:gd name="connsiteX0" fmla="*/ 0 w 6438900"/>
              <a:gd name="connsiteY0" fmla="*/ 2686050 h 4572000"/>
              <a:gd name="connsiteX1" fmla="*/ 76200 w 6438900"/>
              <a:gd name="connsiteY1" fmla="*/ 838200 h 4572000"/>
              <a:gd name="connsiteX2" fmla="*/ 1866900 w 6438900"/>
              <a:gd name="connsiteY2" fmla="*/ 847725 h 4572000"/>
              <a:gd name="connsiteX3" fmla="*/ 3352800 w 6438900"/>
              <a:gd name="connsiteY3" fmla="*/ 809625 h 4572000"/>
              <a:gd name="connsiteX4" fmla="*/ 3390900 w 6438900"/>
              <a:gd name="connsiteY4" fmla="*/ 0 h 4572000"/>
              <a:gd name="connsiteX5" fmla="*/ 5686425 w 6438900"/>
              <a:gd name="connsiteY5" fmla="*/ 95250 h 4572000"/>
              <a:gd name="connsiteX6" fmla="*/ 6438900 w 6438900"/>
              <a:gd name="connsiteY6" fmla="*/ 2438400 h 4572000"/>
              <a:gd name="connsiteX7" fmla="*/ 5334000 w 6438900"/>
              <a:gd name="connsiteY7" fmla="*/ 4572000 h 4572000"/>
              <a:gd name="connsiteX8" fmla="*/ 2609850 w 6438900"/>
              <a:gd name="connsiteY8" fmla="*/ 4524375 h 4572000"/>
              <a:gd name="connsiteX9" fmla="*/ 2695575 w 6438900"/>
              <a:gd name="connsiteY9" fmla="*/ 4105275 h 4572000"/>
              <a:gd name="connsiteX10" fmla="*/ 1971675 w 6438900"/>
              <a:gd name="connsiteY10" fmla="*/ 4067175 h 4572000"/>
              <a:gd name="connsiteX11" fmla="*/ 2095500 w 6438900"/>
              <a:gd name="connsiteY11" fmla="*/ 2876550 h 4572000"/>
              <a:gd name="connsiteX12" fmla="*/ 0 w 6438900"/>
              <a:gd name="connsiteY12" fmla="*/ 268605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8900" h="4572000">
                <a:moveTo>
                  <a:pt x="0" y="2686050"/>
                </a:moveTo>
                <a:lnTo>
                  <a:pt x="76200" y="838200"/>
                </a:lnTo>
                <a:lnTo>
                  <a:pt x="1866900" y="847725"/>
                </a:lnTo>
                <a:lnTo>
                  <a:pt x="3352800" y="809625"/>
                </a:lnTo>
                <a:lnTo>
                  <a:pt x="3390900" y="0"/>
                </a:lnTo>
                <a:lnTo>
                  <a:pt x="5686425" y="95250"/>
                </a:lnTo>
                <a:lnTo>
                  <a:pt x="6438900" y="2438400"/>
                </a:lnTo>
                <a:lnTo>
                  <a:pt x="5334000" y="4572000"/>
                </a:lnTo>
                <a:lnTo>
                  <a:pt x="2609850" y="4524375"/>
                </a:lnTo>
                <a:lnTo>
                  <a:pt x="2695575" y="4105275"/>
                </a:lnTo>
                <a:lnTo>
                  <a:pt x="1971675" y="4067175"/>
                </a:lnTo>
                <a:lnTo>
                  <a:pt x="2095500" y="2876550"/>
                </a:lnTo>
                <a:lnTo>
                  <a:pt x="0" y="268605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62"/>
          <p:cNvSpPr/>
          <p:nvPr/>
        </p:nvSpPr>
        <p:spPr>
          <a:xfrm>
            <a:off x="4704775" y="4889425"/>
            <a:ext cx="295275" cy="252316"/>
          </a:xfrm>
          <a:prstGeom prst="ellipse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adroTexto 63"/>
          <p:cNvSpPr txBox="1"/>
          <p:nvPr/>
        </p:nvSpPr>
        <p:spPr>
          <a:xfrm>
            <a:off x="4981424" y="4843923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NETUNO</a:t>
            </a:r>
          </a:p>
        </p:txBody>
      </p:sp>
      <p:cxnSp>
        <p:nvCxnSpPr>
          <p:cNvPr id="70" name="Conector recto de flecha 69"/>
          <p:cNvCxnSpPr/>
          <p:nvPr/>
        </p:nvCxnSpPr>
        <p:spPr>
          <a:xfrm>
            <a:off x="533402" y="1962150"/>
            <a:ext cx="14954" cy="710537"/>
          </a:xfrm>
          <a:prstGeom prst="straightConnector1">
            <a:avLst/>
          </a:prstGeom>
          <a:ln w="444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74"/>
          <p:cNvSpPr txBox="1"/>
          <p:nvPr/>
        </p:nvSpPr>
        <p:spPr>
          <a:xfrm>
            <a:off x="133864" y="267268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Serial PON: HWTC</a:t>
            </a:r>
          </a:p>
        </p:txBody>
      </p:sp>
      <p:cxnSp>
        <p:nvCxnSpPr>
          <p:cNvPr id="76" name="Conector recto de flecha 75"/>
          <p:cNvCxnSpPr/>
          <p:nvPr/>
        </p:nvCxnSpPr>
        <p:spPr>
          <a:xfrm flipH="1">
            <a:off x="1167986" y="2832206"/>
            <a:ext cx="692361" cy="580684"/>
          </a:xfrm>
          <a:prstGeom prst="straightConnector1">
            <a:avLst/>
          </a:prstGeom>
          <a:ln w="444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/>
          <p:cNvSpPr txBox="1"/>
          <p:nvPr/>
        </p:nvSpPr>
        <p:spPr>
          <a:xfrm>
            <a:off x="115735" y="335772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Marca</a:t>
            </a:r>
            <a:r>
              <a:rPr lang="en-US" sz="1400" dirty="0"/>
              <a:t> HUAWEI</a:t>
            </a:r>
          </a:p>
        </p:txBody>
      </p:sp>
      <p:sp>
        <p:nvSpPr>
          <p:cNvPr id="81" name="Rectángulo 80"/>
          <p:cNvSpPr/>
          <p:nvPr/>
        </p:nvSpPr>
        <p:spPr>
          <a:xfrm>
            <a:off x="4546499" y="5500511"/>
            <a:ext cx="2182935" cy="107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Imagen 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8754" y="2995391"/>
            <a:ext cx="1698140" cy="582375"/>
          </a:xfrm>
          <a:prstGeom prst="rect">
            <a:avLst/>
          </a:prstGeom>
        </p:spPr>
      </p:pic>
      <p:sp>
        <p:nvSpPr>
          <p:cNvPr id="85" name="CuadroTexto 84"/>
          <p:cNvSpPr txBox="1"/>
          <p:nvPr/>
        </p:nvSpPr>
        <p:spPr>
          <a:xfrm>
            <a:off x="3208585" y="2843402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Sw</a:t>
            </a:r>
            <a:r>
              <a:rPr lang="en-US" dirty="0"/>
              <a:t> </a:t>
            </a:r>
            <a:r>
              <a:rPr lang="en-US" dirty="0" err="1"/>
              <a:t>Netuno</a:t>
            </a:r>
            <a:endParaRPr lang="en-US" dirty="0"/>
          </a:p>
        </p:txBody>
      </p:sp>
      <p:sp>
        <p:nvSpPr>
          <p:cNvPr id="86" name="CuadroTexto 85"/>
          <p:cNvSpPr txBox="1"/>
          <p:nvPr/>
        </p:nvSpPr>
        <p:spPr>
          <a:xfrm>
            <a:off x="5161097" y="2852694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Sw</a:t>
            </a:r>
            <a:r>
              <a:rPr lang="en-US" dirty="0"/>
              <a:t> Inter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A1A6139-64FC-C529-3A52-B20204494B9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63791" y="5857274"/>
            <a:ext cx="1025174" cy="3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8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66" y="1664208"/>
            <a:ext cx="1343134" cy="121939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43" y="3608831"/>
            <a:ext cx="1343134" cy="1219390"/>
          </a:xfrm>
          <a:prstGeom prst="rect">
            <a:avLst/>
          </a:prstGeom>
        </p:spPr>
      </p:pic>
      <p:cxnSp>
        <p:nvCxnSpPr>
          <p:cNvPr id="38" name="Conector angular 37"/>
          <p:cNvCxnSpPr/>
          <p:nvPr/>
        </p:nvCxnSpPr>
        <p:spPr>
          <a:xfrm>
            <a:off x="2216468" y="4018283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660" y="509051"/>
            <a:ext cx="2743529" cy="2321436"/>
          </a:xfrm>
          <a:prstGeom prst="rect">
            <a:avLst/>
          </a:prstGeom>
        </p:spPr>
      </p:pic>
      <p:sp>
        <p:nvSpPr>
          <p:cNvPr id="30" name="Forma libre 29"/>
          <p:cNvSpPr/>
          <p:nvPr/>
        </p:nvSpPr>
        <p:spPr>
          <a:xfrm>
            <a:off x="1466850" y="1390650"/>
            <a:ext cx="3238500" cy="3409950"/>
          </a:xfrm>
          <a:custGeom>
            <a:avLst/>
            <a:gdLst>
              <a:gd name="connsiteX0" fmla="*/ 285750 w 3238500"/>
              <a:gd name="connsiteY0" fmla="*/ 95250 h 3409950"/>
              <a:gd name="connsiteX1" fmla="*/ 0 w 3238500"/>
              <a:gd name="connsiteY1" fmla="*/ 3124200 h 3409950"/>
              <a:gd name="connsiteX2" fmla="*/ 200025 w 3238500"/>
              <a:gd name="connsiteY2" fmla="*/ 3400425 h 3409950"/>
              <a:gd name="connsiteX3" fmla="*/ 1276350 w 3238500"/>
              <a:gd name="connsiteY3" fmla="*/ 3409950 h 3409950"/>
              <a:gd name="connsiteX4" fmla="*/ 1447800 w 3238500"/>
              <a:gd name="connsiteY4" fmla="*/ 2981325 h 3409950"/>
              <a:gd name="connsiteX5" fmla="*/ 2790825 w 3238500"/>
              <a:gd name="connsiteY5" fmla="*/ 2943225 h 3409950"/>
              <a:gd name="connsiteX6" fmla="*/ 3228975 w 3238500"/>
              <a:gd name="connsiteY6" fmla="*/ 2152650 h 3409950"/>
              <a:gd name="connsiteX7" fmla="*/ 3238500 w 3238500"/>
              <a:gd name="connsiteY7" fmla="*/ 485775 h 3409950"/>
              <a:gd name="connsiteX8" fmla="*/ 1762125 w 3238500"/>
              <a:gd name="connsiteY8" fmla="*/ 209550 h 3409950"/>
              <a:gd name="connsiteX9" fmla="*/ 1104900 w 3238500"/>
              <a:gd name="connsiteY9" fmla="*/ 0 h 3409950"/>
              <a:gd name="connsiteX10" fmla="*/ 342900 w 3238500"/>
              <a:gd name="connsiteY10" fmla="*/ 47625 h 3409950"/>
              <a:gd name="connsiteX11" fmla="*/ 285750 w 3238500"/>
              <a:gd name="connsiteY11" fmla="*/ 952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38500" h="3409950">
                <a:moveTo>
                  <a:pt x="285750" y="95250"/>
                </a:moveTo>
                <a:lnTo>
                  <a:pt x="0" y="3124200"/>
                </a:lnTo>
                <a:lnTo>
                  <a:pt x="200025" y="3400425"/>
                </a:lnTo>
                <a:lnTo>
                  <a:pt x="1276350" y="3409950"/>
                </a:lnTo>
                <a:lnTo>
                  <a:pt x="1447800" y="2981325"/>
                </a:lnTo>
                <a:lnTo>
                  <a:pt x="2790825" y="2943225"/>
                </a:lnTo>
                <a:lnTo>
                  <a:pt x="3228975" y="2152650"/>
                </a:lnTo>
                <a:lnTo>
                  <a:pt x="3238500" y="485775"/>
                </a:lnTo>
                <a:lnTo>
                  <a:pt x="1762125" y="209550"/>
                </a:lnTo>
                <a:lnTo>
                  <a:pt x="1104900" y="0"/>
                </a:lnTo>
                <a:lnTo>
                  <a:pt x="342900" y="47625"/>
                </a:lnTo>
                <a:lnTo>
                  <a:pt x="285750" y="9525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908" y="1355979"/>
            <a:ext cx="2083836" cy="107632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084" y="2853880"/>
            <a:ext cx="2083836" cy="10763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908" y="4330827"/>
            <a:ext cx="2083836" cy="1076325"/>
          </a:xfrm>
          <a:prstGeom prst="rect">
            <a:avLst/>
          </a:prstGeom>
        </p:spPr>
      </p:pic>
      <p:cxnSp>
        <p:nvCxnSpPr>
          <p:cNvPr id="11" name="Conector angular 10"/>
          <p:cNvCxnSpPr/>
          <p:nvPr/>
        </p:nvCxnSpPr>
        <p:spPr>
          <a:xfrm rot="10800000" flipV="1">
            <a:off x="2691892" y="3392042"/>
            <a:ext cx="2703068" cy="8599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r 13"/>
          <p:cNvCxnSpPr/>
          <p:nvPr/>
        </p:nvCxnSpPr>
        <p:spPr>
          <a:xfrm>
            <a:off x="2697480" y="2273903"/>
            <a:ext cx="3419856" cy="9813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stCxn id="7" idx="1"/>
          </p:cNvCxnSpPr>
          <p:nvPr/>
        </p:nvCxnSpPr>
        <p:spPr>
          <a:xfrm rot="10800000" flipV="1">
            <a:off x="6574536" y="1894142"/>
            <a:ext cx="1489372" cy="1361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r 18"/>
          <p:cNvCxnSpPr>
            <a:stCxn id="8" idx="1"/>
          </p:cNvCxnSpPr>
          <p:nvPr/>
        </p:nvCxnSpPr>
        <p:spPr>
          <a:xfrm rot="10800000">
            <a:off x="6117336" y="3335847"/>
            <a:ext cx="2592748" cy="5619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21"/>
          <p:cNvCxnSpPr>
            <a:stCxn id="9" idx="1"/>
          </p:cNvCxnSpPr>
          <p:nvPr/>
        </p:nvCxnSpPr>
        <p:spPr>
          <a:xfrm rot="10800000">
            <a:off x="5860142" y="3404236"/>
            <a:ext cx="2203767" cy="14647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459897" y="134847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OLT1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8881637" y="2514266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G2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1423009" y="321806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OLT2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063908" y="930998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G1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8063908" y="3982449"/>
            <a:ext cx="17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G3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543" y="4550223"/>
            <a:ext cx="1495865" cy="101514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958" y="5714844"/>
            <a:ext cx="1495865" cy="101514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42" y="4827720"/>
            <a:ext cx="1495865" cy="1015140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98" y="22782"/>
            <a:ext cx="1495865" cy="1015140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863" y="78903"/>
            <a:ext cx="1495865" cy="1015140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38" y="1258763"/>
            <a:ext cx="1495865" cy="1015140"/>
          </a:xfrm>
          <a:prstGeom prst="rect">
            <a:avLst/>
          </a:prstGeom>
        </p:spPr>
      </p:pic>
      <p:cxnSp>
        <p:nvCxnSpPr>
          <p:cNvPr id="12" name="Conector angular 11"/>
          <p:cNvCxnSpPr/>
          <p:nvPr/>
        </p:nvCxnSpPr>
        <p:spPr>
          <a:xfrm rot="16200000" flipH="1">
            <a:off x="741342" y="673327"/>
            <a:ext cx="1441912" cy="11406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/>
          <p:cNvCxnSpPr/>
          <p:nvPr/>
        </p:nvCxnSpPr>
        <p:spPr>
          <a:xfrm rot="5400000">
            <a:off x="1618587" y="1155149"/>
            <a:ext cx="1614423" cy="34952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/>
          <p:nvPr/>
        </p:nvCxnSpPr>
        <p:spPr>
          <a:xfrm>
            <a:off x="703167" y="1717810"/>
            <a:ext cx="1446736" cy="94416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/>
          <p:cNvCxnSpPr/>
          <p:nvPr/>
        </p:nvCxnSpPr>
        <p:spPr>
          <a:xfrm rot="5400000" flipH="1" flipV="1">
            <a:off x="817980" y="4311217"/>
            <a:ext cx="1039118" cy="8537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/>
          <p:cNvCxnSpPr/>
          <p:nvPr/>
        </p:nvCxnSpPr>
        <p:spPr>
          <a:xfrm rot="16200000" flipH="1">
            <a:off x="1508662" y="5070451"/>
            <a:ext cx="1591988" cy="5017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3181739" y="1554561"/>
            <a:ext cx="11795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Demonio</a:t>
            </a:r>
            <a:r>
              <a:rPr lang="en-US" dirty="0"/>
              <a:t> OLT</a:t>
            </a:r>
          </a:p>
        </p:txBody>
      </p:sp>
      <p:sp>
        <p:nvSpPr>
          <p:cNvPr id="52" name="Forma libre 51"/>
          <p:cNvSpPr/>
          <p:nvPr/>
        </p:nvSpPr>
        <p:spPr>
          <a:xfrm>
            <a:off x="161925" y="-19050"/>
            <a:ext cx="2667000" cy="1981200"/>
          </a:xfrm>
          <a:custGeom>
            <a:avLst/>
            <a:gdLst>
              <a:gd name="connsiteX0" fmla="*/ 219075 w 2667000"/>
              <a:gd name="connsiteY0" fmla="*/ 0 h 1981200"/>
              <a:gd name="connsiteX1" fmla="*/ 1000125 w 2667000"/>
              <a:gd name="connsiteY1" fmla="*/ 28575 h 1981200"/>
              <a:gd name="connsiteX2" fmla="*/ 1000125 w 2667000"/>
              <a:gd name="connsiteY2" fmla="*/ 1057275 h 1981200"/>
              <a:gd name="connsiteX3" fmla="*/ 1866900 w 2667000"/>
              <a:gd name="connsiteY3" fmla="*/ 1066800 h 1981200"/>
              <a:gd name="connsiteX4" fmla="*/ 1876425 w 2667000"/>
              <a:gd name="connsiteY4" fmla="*/ 123825 h 1981200"/>
              <a:gd name="connsiteX5" fmla="*/ 2667000 w 2667000"/>
              <a:gd name="connsiteY5" fmla="*/ 104775 h 1981200"/>
              <a:gd name="connsiteX6" fmla="*/ 2628900 w 2667000"/>
              <a:gd name="connsiteY6" fmla="*/ 1304925 h 1981200"/>
              <a:gd name="connsiteX7" fmla="*/ 819150 w 2667000"/>
              <a:gd name="connsiteY7" fmla="*/ 1343025 h 1981200"/>
              <a:gd name="connsiteX8" fmla="*/ 819150 w 2667000"/>
              <a:gd name="connsiteY8" fmla="*/ 1971675 h 1981200"/>
              <a:gd name="connsiteX9" fmla="*/ 0 w 2667000"/>
              <a:gd name="connsiteY9" fmla="*/ 1981200 h 1981200"/>
              <a:gd name="connsiteX10" fmla="*/ 219075 w 2667000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67000" h="1981200">
                <a:moveTo>
                  <a:pt x="219075" y="0"/>
                </a:moveTo>
                <a:lnTo>
                  <a:pt x="1000125" y="28575"/>
                </a:lnTo>
                <a:lnTo>
                  <a:pt x="1000125" y="1057275"/>
                </a:lnTo>
                <a:lnTo>
                  <a:pt x="1866900" y="1066800"/>
                </a:lnTo>
                <a:lnTo>
                  <a:pt x="1876425" y="123825"/>
                </a:lnTo>
                <a:lnTo>
                  <a:pt x="2667000" y="104775"/>
                </a:lnTo>
                <a:lnTo>
                  <a:pt x="2628900" y="1304925"/>
                </a:lnTo>
                <a:lnTo>
                  <a:pt x="819150" y="1343025"/>
                </a:lnTo>
                <a:lnTo>
                  <a:pt x="819150" y="1971675"/>
                </a:lnTo>
                <a:lnTo>
                  <a:pt x="0" y="1981200"/>
                </a:lnTo>
                <a:lnTo>
                  <a:pt x="219075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/>
          <p:cNvSpPr/>
          <p:nvPr/>
        </p:nvSpPr>
        <p:spPr>
          <a:xfrm>
            <a:off x="1022444" y="1078992"/>
            <a:ext cx="683210" cy="13579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/>
          <p:cNvSpPr/>
          <p:nvPr/>
        </p:nvSpPr>
        <p:spPr>
          <a:xfrm>
            <a:off x="1139716" y="85799"/>
            <a:ext cx="744366" cy="1104814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/>
          <p:cNvSpPr/>
          <p:nvPr/>
        </p:nvSpPr>
        <p:spPr>
          <a:xfrm>
            <a:off x="2725096" y="69534"/>
            <a:ext cx="710951" cy="1167228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/>
          <p:cNvSpPr/>
          <p:nvPr/>
        </p:nvSpPr>
        <p:spPr>
          <a:xfrm>
            <a:off x="1084247" y="4724400"/>
            <a:ext cx="624998" cy="127368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ipse 56"/>
          <p:cNvSpPr/>
          <p:nvPr/>
        </p:nvSpPr>
        <p:spPr>
          <a:xfrm>
            <a:off x="2735098" y="5565363"/>
            <a:ext cx="700949" cy="1246922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ipse 57"/>
          <p:cNvSpPr/>
          <p:nvPr/>
        </p:nvSpPr>
        <p:spPr>
          <a:xfrm>
            <a:off x="3689418" y="4425934"/>
            <a:ext cx="690834" cy="1319833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orma libre 59"/>
          <p:cNvSpPr/>
          <p:nvPr/>
        </p:nvSpPr>
        <p:spPr>
          <a:xfrm>
            <a:off x="257175" y="4619625"/>
            <a:ext cx="3448050" cy="1762125"/>
          </a:xfrm>
          <a:custGeom>
            <a:avLst/>
            <a:gdLst>
              <a:gd name="connsiteX0" fmla="*/ 47625 w 3448050"/>
              <a:gd name="connsiteY0" fmla="*/ 171450 h 1762125"/>
              <a:gd name="connsiteX1" fmla="*/ 0 w 3448050"/>
              <a:gd name="connsiteY1" fmla="*/ 933450 h 1762125"/>
              <a:gd name="connsiteX2" fmla="*/ 1828800 w 3448050"/>
              <a:gd name="connsiteY2" fmla="*/ 1762125 h 1762125"/>
              <a:gd name="connsiteX3" fmla="*/ 2428875 w 3448050"/>
              <a:gd name="connsiteY3" fmla="*/ 1695450 h 1762125"/>
              <a:gd name="connsiteX4" fmla="*/ 2676525 w 3448050"/>
              <a:gd name="connsiteY4" fmla="*/ 552450 h 1762125"/>
              <a:gd name="connsiteX5" fmla="*/ 3419475 w 3448050"/>
              <a:gd name="connsiteY5" fmla="*/ 504825 h 1762125"/>
              <a:gd name="connsiteX6" fmla="*/ 3448050 w 3448050"/>
              <a:gd name="connsiteY6" fmla="*/ 0 h 1762125"/>
              <a:gd name="connsiteX7" fmla="*/ 2495550 w 3448050"/>
              <a:gd name="connsiteY7" fmla="*/ 47625 h 1762125"/>
              <a:gd name="connsiteX8" fmla="*/ 2400300 w 3448050"/>
              <a:gd name="connsiteY8" fmla="*/ 295275 h 1762125"/>
              <a:gd name="connsiteX9" fmla="*/ 1495425 w 3448050"/>
              <a:gd name="connsiteY9" fmla="*/ 209550 h 1762125"/>
              <a:gd name="connsiteX10" fmla="*/ 1343025 w 3448050"/>
              <a:gd name="connsiteY10" fmla="*/ 1466850 h 1762125"/>
              <a:gd name="connsiteX11" fmla="*/ 447675 w 3448050"/>
              <a:gd name="connsiteY11" fmla="*/ 923925 h 1762125"/>
              <a:gd name="connsiteX12" fmla="*/ 828675 w 3448050"/>
              <a:gd name="connsiteY12" fmla="*/ 828675 h 1762125"/>
              <a:gd name="connsiteX13" fmla="*/ 809625 w 3448050"/>
              <a:gd name="connsiteY13" fmla="*/ 200025 h 1762125"/>
              <a:gd name="connsiteX14" fmla="*/ 47625 w 3448050"/>
              <a:gd name="connsiteY14" fmla="*/ 171450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48050" h="1762125">
                <a:moveTo>
                  <a:pt x="47625" y="171450"/>
                </a:moveTo>
                <a:lnTo>
                  <a:pt x="0" y="933450"/>
                </a:lnTo>
                <a:lnTo>
                  <a:pt x="1828800" y="1762125"/>
                </a:lnTo>
                <a:lnTo>
                  <a:pt x="2428875" y="1695450"/>
                </a:lnTo>
                <a:lnTo>
                  <a:pt x="2676525" y="552450"/>
                </a:lnTo>
                <a:lnTo>
                  <a:pt x="3419475" y="504825"/>
                </a:lnTo>
                <a:lnTo>
                  <a:pt x="3448050" y="0"/>
                </a:lnTo>
                <a:lnTo>
                  <a:pt x="2495550" y="47625"/>
                </a:lnTo>
                <a:lnTo>
                  <a:pt x="2400300" y="295275"/>
                </a:lnTo>
                <a:lnTo>
                  <a:pt x="1495425" y="209550"/>
                </a:lnTo>
                <a:lnTo>
                  <a:pt x="1343025" y="1466850"/>
                </a:lnTo>
                <a:lnTo>
                  <a:pt x="447675" y="923925"/>
                </a:lnTo>
                <a:lnTo>
                  <a:pt x="828675" y="828675"/>
                </a:lnTo>
                <a:lnTo>
                  <a:pt x="809625" y="200025"/>
                </a:lnTo>
                <a:lnTo>
                  <a:pt x="47625" y="171450"/>
                </a:lnTo>
                <a:close/>
              </a:path>
            </a:pathLst>
          </a:cu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/>
          <p:cNvSpPr/>
          <p:nvPr/>
        </p:nvSpPr>
        <p:spPr>
          <a:xfrm>
            <a:off x="4706667" y="5232305"/>
            <a:ext cx="295275" cy="252316"/>
          </a:xfrm>
          <a:prstGeom prst="ellipse">
            <a:avLst/>
          </a:prstGeom>
          <a:solidFill>
            <a:srgbClr val="FF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ipse 46"/>
          <p:cNvSpPr/>
          <p:nvPr/>
        </p:nvSpPr>
        <p:spPr>
          <a:xfrm>
            <a:off x="4706666" y="5568257"/>
            <a:ext cx="295275" cy="252316"/>
          </a:xfrm>
          <a:prstGeom prst="ellipse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/>
          <p:cNvSpPr/>
          <p:nvPr/>
        </p:nvSpPr>
        <p:spPr>
          <a:xfrm>
            <a:off x="4706665" y="5895732"/>
            <a:ext cx="295275" cy="25231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4959894" y="5187304"/>
            <a:ext cx="216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ABONADO (</a:t>
            </a:r>
            <a:r>
              <a:rPr lang="en-US" dirty="0" err="1"/>
              <a:t>Netuno</a:t>
            </a:r>
            <a:r>
              <a:rPr lang="en-US" dirty="0"/>
              <a:t>)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4981424" y="5500511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OPERACIONES IP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5001939" y="5834825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SISTEMAS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4998163" y="6202261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HEADEND ARUS</a:t>
            </a:r>
          </a:p>
        </p:txBody>
      </p:sp>
      <p:cxnSp>
        <p:nvCxnSpPr>
          <p:cNvPr id="18" name="Conector recto 17"/>
          <p:cNvCxnSpPr/>
          <p:nvPr/>
        </p:nvCxnSpPr>
        <p:spPr>
          <a:xfrm>
            <a:off x="4724106" y="6400143"/>
            <a:ext cx="2914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>
            <a:off x="4903767" y="78903"/>
            <a:ext cx="7046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</a:rPr>
              <a:t>RED FTTH </a:t>
            </a:r>
            <a:r>
              <a:rPr lang="en-US" sz="3600" dirty="0" err="1">
                <a:solidFill>
                  <a:srgbClr val="0070C0"/>
                </a:solidFill>
              </a:rPr>
              <a:t>Netuno</a:t>
            </a:r>
            <a:r>
              <a:rPr lang="en-US" sz="3600" dirty="0">
                <a:solidFill>
                  <a:srgbClr val="0070C0"/>
                </a:solidFill>
              </a:rPr>
              <a:t> – Inter – </a:t>
            </a:r>
            <a:r>
              <a:rPr lang="en-US" sz="3600" dirty="0" err="1">
                <a:solidFill>
                  <a:srgbClr val="0070C0"/>
                </a:solidFill>
              </a:rPr>
              <a:t>Netuno</a:t>
            </a:r>
            <a:endParaRPr lang="en-US" sz="3600" dirty="0">
              <a:solidFill>
                <a:srgbClr val="0070C0"/>
              </a:solidFill>
            </a:endParaRPr>
          </a:p>
          <a:p>
            <a:pPr algn="r"/>
            <a:r>
              <a:rPr lang="en-US" sz="2000" dirty="0" err="1">
                <a:solidFill>
                  <a:srgbClr val="0070C0"/>
                </a:solidFill>
              </a:rPr>
              <a:t>Empresa</a:t>
            </a:r>
            <a:r>
              <a:rPr lang="en-US" sz="2000" dirty="0">
                <a:solidFill>
                  <a:srgbClr val="0070C0"/>
                </a:solidFill>
              </a:rPr>
              <a:t> B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3" name="Elipse 62"/>
          <p:cNvSpPr/>
          <p:nvPr/>
        </p:nvSpPr>
        <p:spPr>
          <a:xfrm>
            <a:off x="4704775" y="4889425"/>
            <a:ext cx="295275" cy="252316"/>
          </a:xfrm>
          <a:prstGeom prst="ellipse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adroTexto 63"/>
          <p:cNvSpPr txBox="1"/>
          <p:nvPr/>
        </p:nvSpPr>
        <p:spPr>
          <a:xfrm>
            <a:off x="4981424" y="4843923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NETUNO</a:t>
            </a:r>
          </a:p>
        </p:txBody>
      </p:sp>
      <p:sp>
        <p:nvSpPr>
          <p:cNvPr id="81" name="Rectángulo 80"/>
          <p:cNvSpPr/>
          <p:nvPr/>
        </p:nvSpPr>
        <p:spPr>
          <a:xfrm>
            <a:off x="4546499" y="5500511"/>
            <a:ext cx="2182935" cy="107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Conector recto de flecha 64"/>
          <p:cNvCxnSpPr/>
          <p:nvPr/>
        </p:nvCxnSpPr>
        <p:spPr>
          <a:xfrm>
            <a:off x="533402" y="1962150"/>
            <a:ext cx="14954" cy="710537"/>
          </a:xfrm>
          <a:prstGeom prst="straightConnector1">
            <a:avLst/>
          </a:prstGeom>
          <a:ln w="44450" cmpd="sng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133864" y="267268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Serial PON: FHTT</a:t>
            </a:r>
          </a:p>
        </p:txBody>
      </p:sp>
      <p:cxnSp>
        <p:nvCxnSpPr>
          <p:cNvPr id="67" name="Conector recto de flecha 66"/>
          <p:cNvCxnSpPr/>
          <p:nvPr/>
        </p:nvCxnSpPr>
        <p:spPr>
          <a:xfrm flipH="1">
            <a:off x="1167986" y="2832206"/>
            <a:ext cx="692361" cy="580684"/>
          </a:xfrm>
          <a:prstGeom prst="straightConnector1">
            <a:avLst/>
          </a:prstGeom>
          <a:ln w="44450" cmpd="sng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/>
          <p:cNvSpPr txBox="1"/>
          <p:nvPr/>
        </p:nvSpPr>
        <p:spPr>
          <a:xfrm>
            <a:off x="115735" y="335772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Marca</a:t>
            </a:r>
            <a:r>
              <a:rPr lang="en-US" sz="1400" dirty="0"/>
              <a:t> </a:t>
            </a:r>
            <a:r>
              <a:rPr lang="en-US" sz="1400" dirty="0" err="1"/>
              <a:t>FiberHome</a:t>
            </a:r>
            <a:endParaRPr lang="en-US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768" y="2898876"/>
            <a:ext cx="1547356" cy="61678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700" y="2732531"/>
            <a:ext cx="1402202" cy="499915"/>
          </a:xfrm>
          <a:prstGeom prst="rect">
            <a:avLst/>
          </a:prstGeom>
        </p:spPr>
      </p:pic>
      <p:pic>
        <p:nvPicPr>
          <p:cNvPr id="69" name="Imagen 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241" y="2975697"/>
            <a:ext cx="1698140" cy="582375"/>
          </a:xfrm>
          <a:prstGeom prst="rect">
            <a:avLst/>
          </a:prstGeom>
        </p:spPr>
      </p:pic>
      <p:sp>
        <p:nvSpPr>
          <p:cNvPr id="71" name="CuadroTexto 70"/>
          <p:cNvSpPr txBox="1"/>
          <p:nvPr/>
        </p:nvSpPr>
        <p:spPr>
          <a:xfrm>
            <a:off x="5222072" y="2823708"/>
            <a:ext cx="13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Sw</a:t>
            </a:r>
            <a:r>
              <a:rPr lang="en-US" dirty="0"/>
              <a:t> </a:t>
            </a:r>
            <a:r>
              <a:rPr lang="en-US" dirty="0" err="1"/>
              <a:t>Netuno</a:t>
            </a:r>
            <a:endParaRPr lang="en-US" dirty="0"/>
          </a:p>
        </p:txBody>
      </p:sp>
      <p:sp>
        <p:nvSpPr>
          <p:cNvPr id="72" name="Forma libre 71"/>
          <p:cNvSpPr/>
          <p:nvPr/>
        </p:nvSpPr>
        <p:spPr>
          <a:xfrm>
            <a:off x="4648200" y="1019175"/>
            <a:ext cx="6438900" cy="4572000"/>
          </a:xfrm>
          <a:custGeom>
            <a:avLst/>
            <a:gdLst>
              <a:gd name="connsiteX0" fmla="*/ 0 w 6438900"/>
              <a:gd name="connsiteY0" fmla="*/ 2686050 h 4572000"/>
              <a:gd name="connsiteX1" fmla="*/ 76200 w 6438900"/>
              <a:gd name="connsiteY1" fmla="*/ 838200 h 4572000"/>
              <a:gd name="connsiteX2" fmla="*/ 1866900 w 6438900"/>
              <a:gd name="connsiteY2" fmla="*/ 847725 h 4572000"/>
              <a:gd name="connsiteX3" fmla="*/ 3352800 w 6438900"/>
              <a:gd name="connsiteY3" fmla="*/ 809625 h 4572000"/>
              <a:gd name="connsiteX4" fmla="*/ 3390900 w 6438900"/>
              <a:gd name="connsiteY4" fmla="*/ 0 h 4572000"/>
              <a:gd name="connsiteX5" fmla="*/ 5686425 w 6438900"/>
              <a:gd name="connsiteY5" fmla="*/ 95250 h 4572000"/>
              <a:gd name="connsiteX6" fmla="*/ 6438900 w 6438900"/>
              <a:gd name="connsiteY6" fmla="*/ 2438400 h 4572000"/>
              <a:gd name="connsiteX7" fmla="*/ 5334000 w 6438900"/>
              <a:gd name="connsiteY7" fmla="*/ 4572000 h 4572000"/>
              <a:gd name="connsiteX8" fmla="*/ 2609850 w 6438900"/>
              <a:gd name="connsiteY8" fmla="*/ 4524375 h 4572000"/>
              <a:gd name="connsiteX9" fmla="*/ 2695575 w 6438900"/>
              <a:gd name="connsiteY9" fmla="*/ 4105275 h 4572000"/>
              <a:gd name="connsiteX10" fmla="*/ 1971675 w 6438900"/>
              <a:gd name="connsiteY10" fmla="*/ 4067175 h 4572000"/>
              <a:gd name="connsiteX11" fmla="*/ 2095500 w 6438900"/>
              <a:gd name="connsiteY11" fmla="*/ 2876550 h 4572000"/>
              <a:gd name="connsiteX12" fmla="*/ 0 w 6438900"/>
              <a:gd name="connsiteY12" fmla="*/ 268605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8900" h="4572000">
                <a:moveTo>
                  <a:pt x="0" y="2686050"/>
                </a:moveTo>
                <a:lnTo>
                  <a:pt x="76200" y="838200"/>
                </a:lnTo>
                <a:lnTo>
                  <a:pt x="1866900" y="847725"/>
                </a:lnTo>
                <a:lnTo>
                  <a:pt x="3352800" y="809625"/>
                </a:lnTo>
                <a:lnTo>
                  <a:pt x="3390900" y="0"/>
                </a:lnTo>
                <a:lnTo>
                  <a:pt x="5686425" y="95250"/>
                </a:lnTo>
                <a:lnTo>
                  <a:pt x="6438900" y="2438400"/>
                </a:lnTo>
                <a:lnTo>
                  <a:pt x="5334000" y="4572000"/>
                </a:lnTo>
                <a:lnTo>
                  <a:pt x="2609850" y="4524375"/>
                </a:lnTo>
                <a:lnTo>
                  <a:pt x="2695575" y="4105275"/>
                </a:lnTo>
                <a:lnTo>
                  <a:pt x="1971675" y="4067175"/>
                </a:lnTo>
                <a:lnTo>
                  <a:pt x="2095500" y="2876550"/>
                </a:lnTo>
                <a:lnTo>
                  <a:pt x="0" y="2686050"/>
                </a:lnTo>
                <a:close/>
              </a:path>
            </a:pathLst>
          </a:cu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26C6849-3AC4-A062-64A3-170C11B1AE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63791" y="5857274"/>
            <a:ext cx="1025174" cy="3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04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5649-6898-50FC-F47B-EABCEE26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D51ECD-F282-3E47-5B2C-69D9C6378B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1378" y="1832595"/>
            <a:ext cx="5122793" cy="159640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dirty="0"/>
              <a:t>El aprovisionamiento de un abonado FTTH lleva 2 etapas: </a:t>
            </a:r>
          </a:p>
          <a:p>
            <a:endParaRPr lang="es-419" dirty="0"/>
          </a:p>
          <a:p>
            <a:endParaRPr lang="en-V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971027-D9FA-49CC-2412-3925E61B29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anchor="b">
            <a:normAutofit lnSpcReduction="10000"/>
          </a:bodyPr>
          <a:lstStyle/>
          <a:p>
            <a:r>
              <a:rPr lang="es-ES" dirty="0"/>
              <a:t>I</a:t>
            </a:r>
            <a:endParaRPr lang="en-V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B0717F-08DB-BA95-079A-7C90F355CF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anchor="b">
            <a:normAutofit lnSpcReduction="10000"/>
          </a:bodyPr>
          <a:lstStyle/>
          <a:p>
            <a:r>
              <a:rPr lang="es-ES" dirty="0"/>
              <a:t>II</a:t>
            </a:r>
            <a:endParaRPr lang="en-V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732E2DA-191B-F432-8715-A78A763EC2BD}"/>
              </a:ext>
            </a:extLst>
          </p:cNvPr>
          <p:cNvSpPr txBox="1"/>
          <p:nvPr/>
        </p:nvSpPr>
        <p:spPr>
          <a:xfrm>
            <a:off x="7097516" y="1402129"/>
            <a:ext cx="4550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just">
              <a:buClr>
                <a:srgbClr val="0070C0"/>
              </a:buClr>
            </a:pPr>
            <a:r>
              <a:rPr lang="en-US" sz="1800" dirty="0"/>
              <a:t>I. 	</a:t>
            </a:r>
          </a:p>
          <a:p>
            <a:pPr lvl="3" algn="just"/>
            <a:endParaRPr lang="en-US" sz="1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8CE97FB-1E85-EBAB-0ED3-4F22945626ED}"/>
              </a:ext>
            </a:extLst>
          </p:cNvPr>
          <p:cNvSpPr txBox="1"/>
          <p:nvPr/>
        </p:nvSpPr>
        <p:spPr>
          <a:xfrm>
            <a:off x="251378" y="4692865"/>
            <a:ext cx="57118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Ambas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etapas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realizan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forma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automática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empleando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“DEMONIOS”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C06331-97B5-C367-D34D-712B5F616BEB}"/>
              </a:ext>
            </a:extLst>
          </p:cNvPr>
          <p:cNvSpPr txBox="1"/>
          <p:nvPr/>
        </p:nvSpPr>
        <p:spPr>
          <a:xfrm>
            <a:off x="7151699" y="1349858"/>
            <a:ext cx="4382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OLT</a:t>
            </a:r>
            <a:r>
              <a:rPr lang="en-US" sz="2000" dirty="0"/>
              <a:t> (</a:t>
            </a:r>
            <a:r>
              <a:rPr lang="en-US" sz="2000" dirty="0" err="1"/>
              <a:t>capa</a:t>
            </a:r>
            <a:r>
              <a:rPr lang="en-US" sz="2000" dirty="0"/>
              <a:t> 2, MAC, VLANs, WAN)</a:t>
            </a:r>
            <a:endParaRPr lang="es-419" sz="2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3889745-4CE0-5258-93C0-FC1469E6DBC4}"/>
              </a:ext>
            </a:extLst>
          </p:cNvPr>
          <p:cNvSpPr txBox="1"/>
          <p:nvPr/>
        </p:nvSpPr>
        <p:spPr>
          <a:xfrm>
            <a:off x="7097516" y="2919769"/>
            <a:ext cx="48400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</a:rPr>
              <a:t>Servidor</a:t>
            </a:r>
            <a:r>
              <a:rPr lang="en-US" sz="2000" b="1" dirty="0">
                <a:solidFill>
                  <a:srgbClr val="0070C0"/>
                </a:solidFill>
              </a:rPr>
              <a:t> 815 </a:t>
            </a:r>
            <a:r>
              <a:rPr lang="en-US" sz="2000" dirty="0"/>
              <a:t>(</a:t>
            </a:r>
            <a:r>
              <a:rPr lang="en-US" sz="2000" dirty="0" err="1"/>
              <a:t>capa</a:t>
            </a:r>
            <a:r>
              <a:rPr lang="en-US" sz="2000" dirty="0"/>
              <a:t> 3, DHCP, </a:t>
            </a:r>
            <a:r>
              <a:rPr lang="en-US" sz="2000" dirty="0" err="1"/>
              <a:t>dirección</a:t>
            </a:r>
            <a:r>
              <a:rPr lang="en-US" sz="2000" dirty="0"/>
              <a:t> IP, WANMAC, gateway a Internet, planes de </a:t>
            </a:r>
            <a:r>
              <a:rPr lang="en-US" sz="2000" dirty="0" err="1"/>
              <a:t>navegación</a:t>
            </a:r>
            <a:r>
              <a:rPr lang="en-US" sz="2000" dirty="0"/>
              <a:t>)</a:t>
            </a:r>
            <a:endParaRPr lang="es-419" sz="20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5CF9C0A-4FDA-EDD2-616E-B7092D3ED6F8}"/>
              </a:ext>
            </a:extLst>
          </p:cNvPr>
          <p:cNvCxnSpPr>
            <a:cxnSpLocks/>
          </p:cNvCxnSpPr>
          <p:nvPr/>
        </p:nvCxnSpPr>
        <p:spPr>
          <a:xfrm flipV="1">
            <a:off x="5374171" y="1924594"/>
            <a:ext cx="693741" cy="400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467CE8-1797-BD26-B91E-3B882E3987FA}"/>
              </a:ext>
            </a:extLst>
          </p:cNvPr>
          <p:cNvCxnSpPr>
            <a:cxnSpLocks/>
          </p:cNvCxnSpPr>
          <p:nvPr/>
        </p:nvCxnSpPr>
        <p:spPr>
          <a:xfrm>
            <a:off x="5374171" y="2325210"/>
            <a:ext cx="835040" cy="6891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9A815A3-DEA8-2C96-11FD-131DDE155575}"/>
              </a:ext>
            </a:extLst>
          </p:cNvPr>
          <p:cNvSpPr txBox="1"/>
          <p:nvPr/>
        </p:nvSpPr>
        <p:spPr>
          <a:xfrm>
            <a:off x="7151699" y="4861811"/>
            <a:ext cx="49199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(NINGUNO de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cuales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administrado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Operaciones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sino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SISTEMAS)</a:t>
            </a:r>
            <a:endParaRPr lang="es-419" sz="2000" dirty="0"/>
          </a:p>
        </p:txBody>
      </p:sp>
      <p:pic>
        <p:nvPicPr>
          <p:cNvPr id="1026" name="Picture 2" descr="Advertir ">
            <a:extLst>
              <a:ext uri="{FF2B5EF4-FFF2-40B4-BE49-F238E27FC236}">
                <a16:creationId xmlns:a16="http://schemas.microsoft.com/office/drawing/2014/main" id="{84CBB485-2BFA-62D9-280B-716E774C1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602" y="4675258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3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4E2B166-9529-7C5C-E79E-98011E0C9C5F}"/>
              </a:ext>
            </a:extLst>
          </p:cNvPr>
          <p:cNvSpPr txBox="1"/>
          <p:nvPr/>
        </p:nvSpPr>
        <p:spPr>
          <a:xfrm>
            <a:off x="98167" y="3062810"/>
            <a:ext cx="5809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 un </a:t>
            </a:r>
            <a:r>
              <a:rPr lang="en-US" sz="2000" dirty="0" err="1"/>
              <a:t>Abonado</a:t>
            </a:r>
            <a:r>
              <a:rPr lang="en-US" sz="2000" dirty="0"/>
              <a:t> </a:t>
            </a:r>
            <a:r>
              <a:rPr lang="en-US" sz="2000" dirty="0" err="1"/>
              <a:t>emite</a:t>
            </a:r>
            <a:r>
              <a:rPr lang="en-US" sz="2000" dirty="0"/>
              <a:t> y </a:t>
            </a:r>
            <a:r>
              <a:rPr lang="en-US" sz="2000" dirty="0" err="1"/>
              <a:t>recibe</a:t>
            </a:r>
            <a:r>
              <a:rPr lang="en-US" sz="2000" dirty="0"/>
              <a:t> </a:t>
            </a:r>
            <a:r>
              <a:rPr lang="en-US" sz="2000" dirty="0" err="1"/>
              <a:t>potencia</a:t>
            </a:r>
            <a:r>
              <a:rPr lang="en-US" sz="2000" dirty="0"/>
              <a:t> </a:t>
            </a:r>
            <a:r>
              <a:rPr lang="en-US" sz="2000" dirty="0" err="1"/>
              <a:t>aparecerá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DISCOVERY.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DA5344-B241-DCD7-E499-BF15DDB27641}"/>
              </a:ext>
            </a:extLst>
          </p:cNvPr>
          <p:cNvSpPr txBox="1"/>
          <p:nvPr/>
        </p:nvSpPr>
        <p:spPr>
          <a:xfrm>
            <a:off x="98167" y="1260851"/>
            <a:ext cx="57005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 un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Abonado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aparece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“ONU no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encontrada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No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siendo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detectada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 OLT, no hay </a:t>
            </a:r>
            <a:r>
              <a:rPr lang="en-US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conectividad</a:t>
            </a:r>
            <a:r>
              <a:rPr lang="en-US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06D56-DE6A-6379-A278-97DCFAF4BAA7}"/>
              </a:ext>
            </a:extLst>
          </p:cNvPr>
          <p:cNvSpPr txBox="1"/>
          <p:nvPr/>
        </p:nvSpPr>
        <p:spPr>
          <a:xfrm>
            <a:off x="7200500" y="1260851"/>
            <a:ext cx="4893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potencia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pueden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resolverse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desde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Operaciones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IP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s-419" dirty="0">
              <a:solidFill>
                <a:schemeClr val="bg1"/>
              </a:solidFill>
            </a:endParaRPr>
          </a:p>
        </p:txBody>
      </p:sp>
      <p:pic>
        <p:nvPicPr>
          <p:cNvPr id="9" name="Picture 2" descr="Advertir ">
            <a:extLst>
              <a:ext uri="{FF2B5EF4-FFF2-40B4-BE49-F238E27FC236}">
                <a16:creationId xmlns:a16="http://schemas.microsoft.com/office/drawing/2014/main" id="{0B9A0571-F4D7-2EDF-E1E9-93BB73B8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15" y="115689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B7C6E61-4487-B4EB-4375-335709B0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C1E1E8-C806-7ECF-9A48-5F65977B05D6}"/>
              </a:ext>
            </a:extLst>
          </p:cNvPr>
          <p:cNvSpPr txBox="1"/>
          <p:nvPr/>
        </p:nvSpPr>
        <p:spPr>
          <a:xfrm>
            <a:off x="7176800" y="2905541"/>
            <a:ext cx="4792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Posteriormente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potencia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dentro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umbrales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la ONU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homologada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reconocida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pasará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Whitelist.</a:t>
            </a:r>
            <a:endParaRPr lang="es-41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información ">
            <a:extLst>
              <a:ext uri="{FF2B5EF4-FFF2-40B4-BE49-F238E27FC236}">
                <a16:creationId xmlns:a16="http://schemas.microsoft.com/office/drawing/2014/main" id="{F6BFBDA3-97A9-37CB-15B4-E554C3FE4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15" y="290703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C1E48A0-FE19-BE32-506B-93ECCD0B10BF}"/>
              </a:ext>
            </a:extLst>
          </p:cNvPr>
          <p:cNvSpPr txBox="1"/>
          <p:nvPr/>
        </p:nvSpPr>
        <p:spPr>
          <a:xfrm>
            <a:off x="98098" y="4157682"/>
            <a:ext cx="59147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El </a:t>
            </a:r>
            <a:r>
              <a:rPr lang="en-US" sz="2000" dirty="0" err="1"/>
              <a:t>Demonio</a:t>
            </a:r>
            <a:r>
              <a:rPr lang="en-US" sz="2000" dirty="0"/>
              <a:t> OLT </a:t>
            </a:r>
            <a:r>
              <a:rPr lang="en-US" sz="2000" dirty="0" err="1"/>
              <a:t>enviará</a:t>
            </a:r>
            <a:r>
              <a:rPr lang="en-US" sz="2000" dirty="0"/>
              <a:t> </a:t>
            </a:r>
            <a:r>
              <a:rPr lang="en-US" sz="2000" dirty="0" err="1"/>
              <a:t>todas</a:t>
            </a:r>
            <a:r>
              <a:rPr lang="en-US" sz="2000" dirty="0"/>
              <a:t> las </a:t>
            </a:r>
            <a:r>
              <a:rPr lang="en-US" sz="2000" dirty="0" err="1"/>
              <a:t>instrucciones</a:t>
            </a:r>
            <a:r>
              <a:rPr lang="en-US" sz="2000" dirty="0"/>
              <a:t> de </a:t>
            </a:r>
            <a:r>
              <a:rPr lang="en-US" sz="2000" dirty="0" err="1"/>
              <a:t>configuración</a:t>
            </a:r>
            <a:r>
              <a:rPr lang="en-US" sz="2000" dirty="0"/>
              <a:t> y de no </a:t>
            </a:r>
            <a:r>
              <a:rPr lang="en-US" sz="2000" dirty="0" err="1"/>
              <a:t>haber</a:t>
            </a:r>
            <a:r>
              <a:rPr lang="en-US" sz="2000" dirty="0"/>
              <a:t> </a:t>
            </a:r>
            <a:r>
              <a:rPr lang="en-US" sz="2000" dirty="0" err="1"/>
              <a:t>algún</a:t>
            </a:r>
            <a:r>
              <a:rPr lang="en-US" sz="2000" dirty="0"/>
              <a:t> </a:t>
            </a:r>
            <a:r>
              <a:rPr lang="en-US" sz="2000" dirty="0" err="1"/>
              <a:t>inconveniente</a:t>
            </a:r>
            <a:r>
              <a:rPr lang="en-US" sz="2000" dirty="0"/>
              <a:t>, </a:t>
            </a:r>
            <a:r>
              <a:rPr lang="en-US" sz="2000" dirty="0" err="1"/>
              <a:t>pasará</a:t>
            </a:r>
            <a:r>
              <a:rPr lang="en-US" sz="2000" dirty="0"/>
              <a:t> al </a:t>
            </a:r>
            <a:r>
              <a:rPr lang="en-US" sz="2000" dirty="0" err="1"/>
              <a:t>estado</a:t>
            </a:r>
            <a:r>
              <a:rPr lang="en-US" sz="2000" dirty="0"/>
              <a:t> </a:t>
            </a:r>
            <a:r>
              <a:rPr lang="en-US" sz="2000" dirty="0" err="1"/>
              <a:t>deseado</a:t>
            </a:r>
            <a:r>
              <a:rPr lang="en-US" sz="2000" dirty="0"/>
              <a:t> “</a:t>
            </a:r>
            <a:r>
              <a:rPr lang="en-US" sz="2000" dirty="0" err="1"/>
              <a:t>Aprovisionada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OLT”. </a:t>
            </a:r>
            <a:r>
              <a:rPr lang="en-US" sz="2000" dirty="0" err="1"/>
              <a:t>Esto</a:t>
            </a:r>
            <a:r>
              <a:rPr lang="en-US" sz="2000" dirty="0"/>
              <a:t> </a:t>
            </a:r>
            <a:r>
              <a:rPr lang="en-US" sz="2000" dirty="0" err="1"/>
              <a:t>finaliza</a:t>
            </a:r>
            <a:r>
              <a:rPr lang="en-US" sz="2000" dirty="0"/>
              <a:t> la Primera </a:t>
            </a:r>
            <a:r>
              <a:rPr lang="en-US" sz="2000" dirty="0" err="1"/>
              <a:t>fase</a:t>
            </a:r>
            <a:r>
              <a:rPr lang="en-US" sz="2000" dirty="0"/>
              <a:t> del </a:t>
            </a:r>
            <a:r>
              <a:rPr lang="en-US" sz="2000" dirty="0" err="1"/>
              <a:t>aprovisionamiento</a:t>
            </a:r>
            <a:r>
              <a:rPr lang="en-US" sz="2000" dirty="0"/>
              <a:t>.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E3AEB0-A039-850F-4B78-A3ADEA6EB715}"/>
              </a:ext>
            </a:extLst>
          </p:cNvPr>
          <p:cNvSpPr txBox="1"/>
          <p:nvPr/>
        </p:nvSpPr>
        <p:spPr>
          <a:xfrm>
            <a:off x="7051819" y="4303455"/>
            <a:ext cx="50420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800" dirty="0"/>
              <a:t>Si no </a:t>
            </a:r>
            <a:r>
              <a:rPr lang="en-US" sz="1800" dirty="0" err="1"/>
              <a:t>llega</a:t>
            </a:r>
            <a:r>
              <a:rPr lang="en-US" sz="1800" dirty="0"/>
              <a:t> a </a:t>
            </a:r>
            <a:r>
              <a:rPr lang="en-US" sz="1800" dirty="0" err="1"/>
              <a:t>estar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“</a:t>
            </a:r>
            <a:r>
              <a:rPr lang="en-US" sz="1800" dirty="0" err="1"/>
              <a:t>Aprovisionada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OLT” </a:t>
            </a:r>
            <a:r>
              <a:rPr lang="en-US" sz="1800" dirty="0" err="1"/>
              <a:t>sino</a:t>
            </a:r>
            <a:r>
              <a:rPr lang="en-US" sz="1800" dirty="0"/>
              <a:t> que se </a:t>
            </a:r>
            <a:r>
              <a:rPr lang="en-US" sz="1800" dirty="0" err="1"/>
              <a:t>queda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un </a:t>
            </a:r>
            <a:r>
              <a:rPr lang="en-US" sz="1800" dirty="0" err="1"/>
              <a:t>estado</a:t>
            </a:r>
            <a:r>
              <a:rPr lang="en-US" sz="1800" dirty="0"/>
              <a:t> </a:t>
            </a:r>
            <a:r>
              <a:rPr lang="en-US" sz="1800" dirty="0" err="1"/>
              <a:t>intermedio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discovery, ONU no </a:t>
            </a:r>
            <a:r>
              <a:rPr lang="en-US" sz="1800" dirty="0" err="1"/>
              <a:t>autorizada</a:t>
            </a:r>
            <a:r>
              <a:rPr lang="en-US" sz="1800" dirty="0"/>
              <a:t>, </a:t>
            </a:r>
            <a:r>
              <a:rPr lang="en-US" sz="1800" dirty="0" err="1"/>
              <a:t>registro</a:t>
            </a:r>
            <a:r>
              <a:rPr lang="en-US" sz="1800" dirty="0"/>
              <a:t> SIP </a:t>
            </a:r>
            <a:r>
              <a:rPr lang="en-US" sz="1800" dirty="0" err="1"/>
              <a:t>fallido</a:t>
            </a:r>
            <a:r>
              <a:rPr lang="en-US" sz="1800" dirty="0"/>
              <a:t>, </a:t>
            </a:r>
            <a:r>
              <a:rPr lang="en-US" sz="1800" dirty="0" err="1"/>
              <a:t>registro</a:t>
            </a:r>
            <a:r>
              <a:rPr lang="en-US" sz="1800" dirty="0"/>
              <a:t> VLAN </a:t>
            </a:r>
            <a:r>
              <a:rPr lang="en-US" sz="1800" dirty="0" err="1"/>
              <a:t>fallido</a:t>
            </a:r>
            <a:r>
              <a:rPr lang="en-US" sz="1800" dirty="0"/>
              <a:t>; lo mas probable es que </a:t>
            </a:r>
            <a:r>
              <a:rPr lang="en-US" sz="1800" dirty="0" err="1"/>
              <a:t>estemos</a:t>
            </a:r>
            <a:r>
              <a:rPr lang="en-US" sz="1800" dirty="0"/>
              <a:t> ante un </a:t>
            </a:r>
            <a:r>
              <a:rPr lang="en-US" sz="1800" dirty="0" err="1"/>
              <a:t>problema</a:t>
            </a:r>
            <a:r>
              <a:rPr lang="en-US" sz="1800" dirty="0"/>
              <a:t> con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demonio</a:t>
            </a:r>
            <a:r>
              <a:rPr lang="en-US" sz="1800" dirty="0"/>
              <a:t> de </a:t>
            </a:r>
            <a:r>
              <a:rPr lang="en-US" sz="1800" dirty="0" err="1"/>
              <a:t>aprovisionamiento</a:t>
            </a:r>
            <a:r>
              <a:rPr lang="en-US" sz="1800" dirty="0"/>
              <a:t>,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cual</a:t>
            </a:r>
            <a:r>
              <a:rPr lang="en-US" sz="1800" dirty="0"/>
              <a:t> </a:t>
            </a:r>
            <a:r>
              <a:rPr lang="en-US" sz="1800" dirty="0" err="1"/>
              <a:t>corresponde</a:t>
            </a:r>
            <a:r>
              <a:rPr lang="en-US" sz="1800" dirty="0"/>
              <a:t> a </a:t>
            </a:r>
            <a:r>
              <a:rPr lang="en-US" sz="1800" dirty="0">
                <a:solidFill>
                  <a:schemeClr val="accent4"/>
                </a:solidFill>
              </a:rPr>
              <a:t>SISTEMAS.</a:t>
            </a:r>
            <a:endParaRPr lang="es-419" sz="1800" dirty="0">
              <a:solidFill>
                <a:schemeClr val="accent4"/>
              </a:solidFill>
            </a:endParaRPr>
          </a:p>
        </p:txBody>
      </p:sp>
      <p:pic>
        <p:nvPicPr>
          <p:cNvPr id="18" name="Picture 2" descr="Advertir ">
            <a:extLst>
              <a:ext uri="{FF2B5EF4-FFF2-40B4-BE49-F238E27FC236}">
                <a16:creationId xmlns:a16="http://schemas.microsoft.com/office/drawing/2014/main" id="{019A55DF-20B5-9B7D-4D5E-36BB0CDE2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636" y="465862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92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B5F6-80D8-680A-A75F-AFB763AF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3E8115-0298-415F-52A5-3D55B6DED128}"/>
              </a:ext>
            </a:extLst>
          </p:cNvPr>
          <p:cNvSpPr txBox="1"/>
          <p:nvPr/>
        </p:nvSpPr>
        <p:spPr>
          <a:xfrm>
            <a:off x="77312" y="869388"/>
            <a:ext cx="58077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Comienza</a:t>
            </a:r>
            <a:r>
              <a:rPr lang="en-US" sz="2000" dirty="0"/>
              <a:t> a </a:t>
            </a:r>
            <a:r>
              <a:rPr lang="en-US" sz="2000" dirty="0" err="1"/>
              <a:t>actuar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s-VE" sz="2000" dirty="0"/>
              <a:t>Demonio</a:t>
            </a:r>
            <a:r>
              <a:rPr lang="en-US" sz="2000" dirty="0"/>
              <a:t> 815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(Solo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después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que se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llega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estado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“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Aprovisionado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OLT”), </a:t>
            </a:r>
            <a:r>
              <a:rPr lang="en-US" sz="2000" dirty="0" err="1"/>
              <a:t>quien</a:t>
            </a:r>
            <a:r>
              <a:rPr lang="en-US" sz="2000" dirty="0"/>
              <a:t> </a:t>
            </a:r>
            <a:r>
              <a:rPr lang="en-US" sz="2000" dirty="0" err="1"/>
              <a:t>ordena</a:t>
            </a:r>
            <a:r>
              <a:rPr lang="en-US" sz="2000" dirty="0"/>
              <a:t> </a:t>
            </a:r>
            <a:r>
              <a:rPr lang="en-US" sz="2000" dirty="0" err="1"/>
              <a:t>crear</a:t>
            </a:r>
            <a:r>
              <a:rPr lang="en-US" sz="2000" dirty="0"/>
              <a:t> la </a:t>
            </a:r>
            <a:r>
              <a:rPr lang="en-US" sz="2000" dirty="0" err="1"/>
              <a:t>conexión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servidor</a:t>
            </a:r>
            <a:r>
              <a:rPr lang="en-US" sz="2000" dirty="0"/>
              <a:t>, con </a:t>
            </a:r>
            <a:r>
              <a:rPr lang="en-US" sz="2000" dirty="0" err="1"/>
              <a:t>el</a:t>
            </a:r>
            <a:r>
              <a:rPr lang="en-US" sz="2000" dirty="0"/>
              <a:t> plan de </a:t>
            </a:r>
            <a:r>
              <a:rPr lang="en-US" sz="2000" dirty="0" err="1"/>
              <a:t>navegación</a:t>
            </a:r>
            <a:r>
              <a:rPr lang="en-US" sz="2000" dirty="0"/>
              <a:t> </a:t>
            </a:r>
            <a:r>
              <a:rPr lang="en-US" sz="2000" dirty="0" err="1"/>
              <a:t>adecuado</a:t>
            </a:r>
            <a:r>
              <a:rPr lang="en-US" sz="2000" dirty="0"/>
              <a:t>, la </a:t>
            </a:r>
            <a:r>
              <a:rPr lang="en-US" sz="2000" dirty="0" err="1"/>
              <a:t>dirección</a:t>
            </a:r>
            <a:r>
              <a:rPr lang="en-US" sz="2000" dirty="0"/>
              <a:t> IP </a:t>
            </a:r>
            <a:r>
              <a:rPr lang="en-US" sz="2000" dirty="0" err="1"/>
              <a:t>asignada</a:t>
            </a:r>
            <a:r>
              <a:rPr lang="en-US" sz="2000" dirty="0"/>
              <a:t> y WANMAC.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DB1CE-8BE7-8A2B-97F4-8036845FE849}"/>
              </a:ext>
            </a:extLst>
          </p:cNvPr>
          <p:cNvSpPr txBox="1"/>
          <p:nvPr/>
        </p:nvSpPr>
        <p:spPr>
          <a:xfrm>
            <a:off x="7088801" y="396055"/>
            <a:ext cx="50258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Si la </a:t>
            </a:r>
            <a:r>
              <a:rPr lang="en-US" sz="1800" dirty="0" err="1"/>
              <a:t>conexión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815 no se </a:t>
            </a:r>
            <a:r>
              <a:rPr lang="en-US" sz="1800" dirty="0" err="1"/>
              <a:t>crea</a:t>
            </a:r>
            <a:r>
              <a:rPr lang="en-US" sz="1800" dirty="0"/>
              <a:t> </a:t>
            </a:r>
            <a:r>
              <a:rPr lang="en-US" sz="1800" dirty="0" err="1"/>
              <a:t>puede</a:t>
            </a:r>
            <a:r>
              <a:rPr lang="en-US" sz="1800" dirty="0"/>
              <a:t> </a:t>
            </a:r>
            <a:r>
              <a:rPr lang="en-US" sz="1800" dirty="0" err="1"/>
              <a:t>deberse</a:t>
            </a:r>
            <a:r>
              <a:rPr lang="en-US" sz="1800" dirty="0"/>
              <a:t> a un </a:t>
            </a:r>
            <a:r>
              <a:rPr lang="en-US" sz="1800" dirty="0" err="1"/>
              <a:t>problema</a:t>
            </a:r>
            <a:r>
              <a:rPr lang="en-US" sz="1800" dirty="0"/>
              <a:t> de </a:t>
            </a:r>
            <a:r>
              <a:rPr lang="en-US" sz="1800" dirty="0" err="1"/>
              <a:t>aprovisionamiento</a:t>
            </a:r>
            <a:r>
              <a:rPr lang="en-US" sz="1800" dirty="0"/>
              <a:t> con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demonio</a:t>
            </a:r>
            <a:r>
              <a:rPr lang="en-US" sz="1800" dirty="0"/>
              <a:t>: No se genera la </a:t>
            </a:r>
            <a:r>
              <a:rPr lang="en-US" sz="1800" dirty="0" err="1"/>
              <a:t>instrucción</a:t>
            </a:r>
            <a:r>
              <a:rPr lang="en-US" sz="1800" dirty="0"/>
              <a:t>, la </a:t>
            </a:r>
            <a:r>
              <a:rPr lang="en-US" sz="1800" dirty="0" err="1"/>
              <a:t>instrucción</a:t>
            </a:r>
            <a:r>
              <a:rPr lang="en-US" sz="1800" dirty="0"/>
              <a:t> se genera con errors (</a:t>
            </a:r>
            <a:r>
              <a:rPr lang="en-US" sz="1800" dirty="0" err="1"/>
              <a:t>caracteres</a:t>
            </a:r>
            <a:r>
              <a:rPr lang="en-US" sz="1800" dirty="0"/>
              <a:t> </a:t>
            </a:r>
            <a:r>
              <a:rPr lang="en-US" sz="1800" dirty="0" err="1"/>
              <a:t>inválidos</a:t>
            </a:r>
            <a:r>
              <a:rPr lang="en-US" sz="1800" dirty="0"/>
              <a:t>), la </a:t>
            </a:r>
            <a:r>
              <a:rPr lang="en-US" sz="1800" dirty="0" err="1"/>
              <a:t>instrucción</a:t>
            </a:r>
            <a:r>
              <a:rPr lang="en-US" sz="1800" dirty="0"/>
              <a:t> </a:t>
            </a:r>
            <a:r>
              <a:rPr lang="en-US" sz="1800" dirty="0" err="1"/>
              <a:t>queda</a:t>
            </a:r>
            <a:r>
              <a:rPr lang="en-US" sz="1800" dirty="0"/>
              <a:t> “</a:t>
            </a:r>
            <a:r>
              <a:rPr lang="en-US" sz="1800" dirty="0" err="1"/>
              <a:t>pendiente</a:t>
            </a:r>
            <a:r>
              <a:rPr lang="en-US" sz="1800" dirty="0"/>
              <a:t>” o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estatus</a:t>
            </a:r>
            <a:r>
              <a:rPr lang="en-US" sz="1800" dirty="0"/>
              <a:t> “</a:t>
            </a:r>
            <a:r>
              <a:rPr lang="en-US" sz="1800" dirty="0" err="1"/>
              <a:t>errónea</a:t>
            </a:r>
            <a:r>
              <a:rPr lang="en-US" sz="1800" dirty="0"/>
              <a:t>”,  </a:t>
            </a:r>
            <a:r>
              <a:rPr lang="en-US" sz="1800" dirty="0" err="1"/>
              <a:t>también</a:t>
            </a:r>
            <a:r>
              <a:rPr lang="en-US" sz="1800" dirty="0"/>
              <a:t> </a:t>
            </a:r>
            <a:r>
              <a:rPr lang="en-US" sz="1800" dirty="0" err="1"/>
              <a:t>puede</a:t>
            </a:r>
            <a:r>
              <a:rPr lang="en-US" sz="1800" dirty="0"/>
              <a:t> </a:t>
            </a:r>
            <a:r>
              <a:rPr lang="en-US" sz="1800" dirty="0" err="1"/>
              <a:t>deberse</a:t>
            </a:r>
            <a:r>
              <a:rPr lang="en-US" sz="1800" dirty="0"/>
              <a:t> a </a:t>
            </a:r>
            <a:r>
              <a:rPr lang="en-US" sz="1800" dirty="0" err="1"/>
              <a:t>lentitud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proceso</a:t>
            </a:r>
            <a:r>
              <a:rPr lang="en-US" sz="1800" dirty="0"/>
              <a:t> de la “</a:t>
            </a:r>
            <a:r>
              <a:rPr lang="en-US" sz="1800" dirty="0" err="1"/>
              <a:t>Instrucción</a:t>
            </a:r>
            <a:r>
              <a:rPr lang="en-US" sz="1800" dirty="0"/>
              <a:t>”, a </a:t>
            </a:r>
            <a:r>
              <a:rPr lang="en-US" sz="1800" dirty="0" err="1"/>
              <a:t>bloqueo</a:t>
            </a:r>
            <a:r>
              <a:rPr lang="en-US" sz="1800" dirty="0"/>
              <a:t> de base de </a:t>
            </a:r>
            <a:r>
              <a:rPr lang="en-US" sz="1800" dirty="0" err="1"/>
              <a:t>datos</a:t>
            </a:r>
            <a:r>
              <a:rPr lang="en-US" sz="1800" dirty="0"/>
              <a:t> del </a:t>
            </a:r>
            <a:r>
              <a:rPr lang="en-US" sz="1800" dirty="0" err="1"/>
              <a:t>servidor</a:t>
            </a:r>
            <a:r>
              <a:rPr lang="en-US" sz="1800" dirty="0"/>
              <a:t> 815, o a </a:t>
            </a:r>
            <a:r>
              <a:rPr lang="en-US" sz="1800" dirty="0" err="1"/>
              <a:t>agotamiento</a:t>
            </a:r>
            <a:r>
              <a:rPr lang="en-US" sz="1800" dirty="0"/>
              <a:t> de IPs </a:t>
            </a:r>
            <a:r>
              <a:rPr lang="en-US" sz="1800" dirty="0" err="1"/>
              <a:t>disponibles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Servidor</a:t>
            </a:r>
            <a:r>
              <a:rPr lang="en-US" sz="1800" dirty="0"/>
              <a:t>.</a:t>
            </a:r>
            <a:endParaRPr lang="es-419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2E094B-1547-7D04-E363-9C78C454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31" y="1121349"/>
            <a:ext cx="1053512" cy="105351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18D39FB-1CD8-91AB-17CB-8E81E25E2959}"/>
              </a:ext>
            </a:extLst>
          </p:cNvPr>
          <p:cNvSpPr txBox="1"/>
          <p:nvPr/>
        </p:nvSpPr>
        <p:spPr>
          <a:xfrm>
            <a:off x="0" y="3105834"/>
            <a:ext cx="59513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Si la </a:t>
            </a:r>
            <a:r>
              <a:rPr lang="en-US" sz="2000" dirty="0" err="1"/>
              <a:t>conexión</a:t>
            </a:r>
            <a:r>
              <a:rPr lang="en-US" sz="2000" dirty="0"/>
              <a:t> se </a:t>
            </a:r>
            <a:r>
              <a:rPr lang="en-US" sz="2000" dirty="0" err="1"/>
              <a:t>crea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,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abonado</a:t>
            </a:r>
            <a:r>
              <a:rPr lang="en-US" sz="2000" dirty="0"/>
              <a:t>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poder</a:t>
            </a:r>
            <a:r>
              <a:rPr lang="en-US" sz="2000" dirty="0"/>
              <a:t> </a:t>
            </a:r>
            <a:r>
              <a:rPr lang="en-US" sz="2000" dirty="0" err="1"/>
              <a:t>disfrutar</a:t>
            </a:r>
            <a:r>
              <a:rPr lang="en-US" sz="2000" dirty="0"/>
              <a:t> de </a:t>
            </a:r>
            <a:r>
              <a:rPr lang="en-US" sz="2000" dirty="0" err="1"/>
              <a:t>nuestro</a:t>
            </a:r>
            <a:r>
              <a:rPr lang="en-US" sz="2000" dirty="0"/>
              <a:t> </a:t>
            </a:r>
            <a:r>
              <a:rPr lang="en-US" sz="2000" dirty="0" err="1"/>
              <a:t>servicio</a:t>
            </a:r>
            <a:r>
              <a:rPr lang="en-US" sz="2000" dirty="0"/>
              <a:t> (MAC </a:t>
            </a:r>
            <a:r>
              <a:rPr lang="en-US" sz="2000" dirty="0" err="1"/>
              <a:t>en</a:t>
            </a:r>
            <a:r>
              <a:rPr lang="en-US" sz="2000" dirty="0"/>
              <a:t> VERDE)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DA60E6-4F61-FD84-2E46-B29F0164D0DC}"/>
              </a:ext>
            </a:extLst>
          </p:cNvPr>
          <p:cNvSpPr txBox="1"/>
          <p:nvPr/>
        </p:nvSpPr>
        <p:spPr>
          <a:xfrm>
            <a:off x="7067822" y="3105834"/>
            <a:ext cx="5025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habría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terminado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segunda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última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etapa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aprovisionamiento</a:t>
            </a:r>
            <a:r>
              <a:rPr lang="en-US" sz="1800" dirty="0"/>
              <a:t>. 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00468AD-6D75-D48B-9C9D-178E0C7FBA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310" y="2902244"/>
            <a:ext cx="1053512" cy="105351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C2602C0-5C27-795C-966B-37D58D309745}"/>
              </a:ext>
            </a:extLst>
          </p:cNvPr>
          <p:cNvSpPr txBox="1"/>
          <p:nvPr/>
        </p:nvSpPr>
        <p:spPr>
          <a:xfrm>
            <a:off x="62937" y="4049620"/>
            <a:ext cx="59513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Si la </a:t>
            </a:r>
            <a:r>
              <a:rPr lang="en-US" sz="2000" dirty="0" err="1"/>
              <a:t>conexión</a:t>
            </a:r>
            <a:r>
              <a:rPr lang="en-US" sz="2000" dirty="0"/>
              <a:t> se </a:t>
            </a:r>
            <a:r>
              <a:rPr lang="en-US" sz="2000" dirty="0" err="1"/>
              <a:t>crea</a:t>
            </a:r>
            <a:r>
              <a:rPr lang="en-US" sz="2000" dirty="0"/>
              <a:t> </a:t>
            </a:r>
            <a:r>
              <a:rPr lang="en-US" sz="2000" dirty="0" err="1"/>
              <a:t>pero</a:t>
            </a:r>
            <a:r>
              <a:rPr lang="en-US" sz="2000" dirty="0"/>
              <a:t> </a:t>
            </a:r>
            <a:r>
              <a:rPr lang="en-US" sz="2000" dirty="0" err="1"/>
              <a:t>queda</a:t>
            </a:r>
            <a:r>
              <a:rPr lang="en-US" sz="2000" dirty="0"/>
              <a:t> MAC </a:t>
            </a:r>
            <a:r>
              <a:rPr lang="en-US" sz="2000" dirty="0" err="1"/>
              <a:t>en</a:t>
            </a:r>
            <a:r>
              <a:rPr lang="en-US" sz="2000" dirty="0"/>
              <a:t> ROJO la ONU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estar</a:t>
            </a:r>
            <a:r>
              <a:rPr lang="en-US" sz="2000" dirty="0"/>
              <a:t> </a:t>
            </a:r>
            <a:r>
              <a:rPr lang="en-US" sz="2000" dirty="0" err="1"/>
              <a:t>apagada</a:t>
            </a:r>
            <a:r>
              <a:rPr lang="en-US" sz="2000" dirty="0"/>
              <a:t> (</a:t>
            </a:r>
            <a:r>
              <a:rPr lang="en-US" sz="2000" dirty="0" err="1"/>
              <a:t>chequear</a:t>
            </a:r>
            <a:r>
              <a:rPr lang="en-US" sz="2000" dirty="0"/>
              <a:t> </a:t>
            </a:r>
            <a:r>
              <a:rPr lang="en-US" sz="2000" dirty="0" err="1"/>
              <a:t>Soporte</a:t>
            </a:r>
            <a:r>
              <a:rPr lang="en-US" sz="2000" dirty="0"/>
              <a:t> FH) o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haber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incongruencia</a:t>
            </a:r>
            <a:r>
              <a:rPr lang="en-US" sz="2000" dirty="0"/>
              <a:t> </a:t>
            </a:r>
            <a:r>
              <a:rPr lang="en-US" sz="2000" dirty="0" err="1"/>
              <a:t>entra</a:t>
            </a:r>
            <a:r>
              <a:rPr lang="en-US" sz="2000" dirty="0"/>
              <a:t> la MAC </a:t>
            </a:r>
            <a:r>
              <a:rPr lang="en-US" sz="2000" dirty="0" err="1"/>
              <a:t>cargada</a:t>
            </a:r>
            <a:r>
              <a:rPr lang="en-US" sz="2000" dirty="0"/>
              <a:t> y la MAC actual.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825857-21B4-3A34-7B22-B410368B4391}"/>
              </a:ext>
            </a:extLst>
          </p:cNvPr>
          <p:cNvSpPr txBox="1"/>
          <p:nvPr/>
        </p:nvSpPr>
        <p:spPr>
          <a:xfrm>
            <a:off x="7088801" y="4537929"/>
            <a:ext cx="50258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abonados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configurados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modo BRIDGE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tambien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tienen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ambas MAC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iguales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comienzan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nuestras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MACs (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porque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corresponde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un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propiedad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abonado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que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conectado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la ONU)</a:t>
            </a:r>
            <a:r>
              <a:rPr lang="en-US" sz="1800" dirty="0"/>
              <a:t>.</a:t>
            </a:r>
            <a:endParaRPr lang="es-419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B4B1469-CDCD-EC62-4E2A-CD28E1B8B5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31" y="4683139"/>
            <a:ext cx="1053512" cy="10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2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5649-6898-50FC-F47B-EABCEE26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D51ECD-F282-3E47-5B2C-69D9C6378B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1544" y="1163307"/>
            <a:ext cx="5711893" cy="1451679"/>
          </a:xfrm>
          <a:noFill/>
        </p:spPr>
        <p:txBody>
          <a:bodyPr wrap="square">
            <a:spAutoFit/>
          </a:bodyPr>
          <a:lstStyle/>
          <a:p>
            <a:pPr marL="342900" indent="-342900">
              <a:buChar char="•"/>
            </a:pPr>
            <a:r>
              <a:rPr lang="es-419" dirty="0"/>
              <a:t>La </a:t>
            </a:r>
            <a:r>
              <a:rPr lang="es-419" dirty="0" err="1"/>
              <a:t>Onu</a:t>
            </a:r>
            <a:r>
              <a:rPr lang="es-419" dirty="0"/>
              <a:t> puede estar configurada en modo </a:t>
            </a:r>
            <a:r>
              <a:rPr lang="es-419" dirty="0" err="1"/>
              <a:t>Router</a:t>
            </a:r>
            <a:r>
              <a:rPr lang="es-419" dirty="0"/>
              <a:t> o en modo bridge (modo bridge para servicio de IP certificada o para empresa B </a:t>
            </a:r>
            <a:r>
              <a:rPr lang="es-419" dirty="0" err="1"/>
              <a:t>Onus</a:t>
            </a:r>
            <a:r>
              <a:rPr lang="es-419" dirty="0"/>
              <a:t> Huawei). </a:t>
            </a:r>
          </a:p>
          <a:p>
            <a:pPr marL="342900" indent="-342900">
              <a:buChar char="•"/>
            </a:pPr>
            <a:endParaRPr lang="en-V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732E2DA-191B-F432-8715-A78A763EC2BD}"/>
              </a:ext>
            </a:extLst>
          </p:cNvPr>
          <p:cNvSpPr txBox="1"/>
          <p:nvPr/>
        </p:nvSpPr>
        <p:spPr>
          <a:xfrm>
            <a:off x="7097516" y="1402129"/>
            <a:ext cx="4550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just">
              <a:buClr>
                <a:srgbClr val="0070C0"/>
              </a:buClr>
            </a:pPr>
            <a:r>
              <a:rPr lang="en-US" sz="1800" dirty="0"/>
              <a:t>I. 	</a:t>
            </a:r>
          </a:p>
          <a:p>
            <a:pPr lvl="3" algn="just"/>
            <a:endParaRPr lang="en-US" sz="1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8CE97FB-1E85-EBAB-0ED3-4F22945626ED}"/>
              </a:ext>
            </a:extLst>
          </p:cNvPr>
          <p:cNvSpPr txBox="1"/>
          <p:nvPr/>
        </p:nvSpPr>
        <p:spPr>
          <a:xfrm>
            <a:off x="251378" y="4692865"/>
            <a:ext cx="5711893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se debe eliminar en </a:t>
            </a:r>
            <a:r>
              <a:rPr lang="es-419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Gx</a:t>
            </a:r>
            <a:r>
              <a:rPr lang="es-419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dirty="0" err="1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ONUs</a:t>
            </a:r>
            <a:r>
              <a:rPr lang="es-419" sz="2000" dirty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 modo BRIDGE IP certificada.  </a:t>
            </a:r>
          </a:p>
          <a:p>
            <a:pPr>
              <a:spcBef>
                <a:spcPts val="1000"/>
              </a:spcBef>
              <a:buClr>
                <a:srgbClr val="0055B8"/>
              </a:buClr>
              <a:buSzPct val="140000"/>
            </a:pPr>
            <a:endParaRPr lang="es-419" sz="2000" dirty="0">
              <a:solidFill>
                <a:srgbClr val="0055B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C06331-97B5-C367-D34D-712B5F616BEB}"/>
              </a:ext>
            </a:extLst>
          </p:cNvPr>
          <p:cNvSpPr txBox="1"/>
          <p:nvPr/>
        </p:nvSpPr>
        <p:spPr>
          <a:xfrm>
            <a:off x="7151699" y="781573"/>
            <a:ext cx="47858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419" dirty="0"/>
              <a:t>Antes el modo bridge solo era soportado por </a:t>
            </a:r>
            <a:r>
              <a:rPr lang="es-419" dirty="0" err="1"/>
              <a:t>ONUs</a:t>
            </a:r>
            <a:r>
              <a:rPr lang="es-419" dirty="0"/>
              <a:t> </a:t>
            </a:r>
            <a:r>
              <a:rPr lang="es-419" dirty="0" err="1"/>
              <a:t>Fiberhome</a:t>
            </a:r>
            <a:r>
              <a:rPr lang="es-419" dirty="0"/>
              <a:t> con telefonía o por </a:t>
            </a:r>
            <a:r>
              <a:rPr lang="es-419" dirty="0" err="1"/>
              <a:t>ONUs</a:t>
            </a:r>
            <a:r>
              <a:rPr lang="es-419" dirty="0"/>
              <a:t> Huawei pero ahora, en las </a:t>
            </a:r>
            <a:r>
              <a:rPr lang="es-419" dirty="0" err="1"/>
              <a:t>ONUs</a:t>
            </a:r>
            <a:r>
              <a:rPr lang="es-419" dirty="0"/>
              <a:t> sencillas  ya se puede configurar modo BRIDGE con la última versión de firmware que tenemos.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9A815A3-DEA8-2C96-11FD-131DDE155575}"/>
              </a:ext>
            </a:extLst>
          </p:cNvPr>
          <p:cNvSpPr txBox="1"/>
          <p:nvPr/>
        </p:nvSpPr>
        <p:spPr>
          <a:xfrm>
            <a:off x="7151699" y="4861811"/>
            <a:ext cx="49199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SI se pueden eliminar y registrar en </a:t>
            </a:r>
            <a:r>
              <a:rPr lang="es-419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Gx</a:t>
            </a:r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419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ONUs</a:t>
            </a:r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 Empresa B</a:t>
            </a:r>
            <a:endParaRPr lang="es-419" sz="2000" dirty="0"/>
          </a:p>
        </p:txBody>
      </p:sp>
      <p:pic>
        <p:nvPicPr>
          <p:cNvPr id="8" name="Picture 2" descr="información ">
            <a:extLst>
              <a:ext uri="{FF2B5EF4-FFF2-40B4-BE49-F238E27FC236}">
                <a16:creationId xmlns:a16="http://schemas.microsoft.com/office/drawing/2014/main" id="{2C1D0A82-D2EF-F02C-9A5E-EE69C48DA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850" y="1163307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BD49E40-A964-6683-6305-864D6FBB24C7}"/>
              </a:ext>
            </a:extLst>
          </p:cNvPr>
          <p:cNvSpPr txBox="1"/>
          <p:nvPr/>
        </p:nvSpPr>
        <p:spPr>
          <a:xfrm>
            <a:off x="191544" y="3058831"/>
            <a:ext cx="5711893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sz="2000" b="0" i="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indent="0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None/>
              <a:defRPr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indent="0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None/>
              <a:defRPr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rgbClr val="0055B8"/>
              </a:buClr>
              <a:buSzPct val="140000"/>
              <a:buFont typeface="Arial" panose="020B0604020202020204" pitchFamily="34" charset="0"/>
              <a:buChar char="•"/>
              <a:defRPr b="0" i="0">
                <a:solidFill>
                  <a:srgbClr val="63646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No se </a:t>
            </a:r>
            <a:r>
              <a:rPr lang="en-US" dirty="0" err="1"/>
              <a:t>debe</a:t>
            </a:r>
            <a:r>
              <a:rPr lang="en-US" dirty="0"/>
              <a:t> REAPROVISIONAR NI </a:t>
            </a:r>
            <a:r>
              <a:rPr lang="en-US" dirty="0" err="1"/>
              <a:t>enviar</a:t>
            </a:r>
            <a:r>
              <a:rPr lang="en-US" dirty="0"/>
              <a:t> REFRESH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Soporte</a:t>
            </a:r>
            <a:r>
              <a:rPr lang="en-US" dirty="0"/>
              <a:t> </a:t>
            </a:r>
            <a:r>
              <a:rPr lang="en-US" dirty="0" err="1"/>
              <a:t>FibraHogar</a:t>
            </a:r>
            <a:r>
              <a:rPr lang="en-US" dirty="0"/>
              <a:t> a ONUs </a:t>
            </a:r>
            <a:r>
              <a:rPr lang="en-US" dirty="0" err="1"/>
              <a:t>en</a:t>
            </a:r>
            <a:r>
              <a:rPr lang="en-US" dirty="0"/>
              <a:t> Modo BRIDGE,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312087-E7C6-8160-F87B-FBF904979CE7}"/>
              </a:ext>
            </a:extLst>
          </p:cNvPr>
          <p:cNvSpPr txBox="1"/>
          <p:nvPr/>
        </p:nvSpPr>
        <p:spPr>
          <a:xfrm>
            <a:off x="7151699" y="3228108"/>
            <a:ext cx="449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 IP </a:t>
            </a:r>
            <a:r>
              <a:rPr lang="en-US" dirty="0" err="1"/>
              <a:t>certificada</a:t>
            </a:r>
            <a:r>
              <a:rPr lang="en-US" dirty="0"/>
              <a:t> o </a:t>
            </a:r>
            <a:r>
              <a:rPr lang="en-US" dirty="0" err="1"/>
              <a:t>Empresa</a:t>
            </a:r>
            <a:r>
              <a:rPr lang="en-US" dirty="0"/>
              <a:t> B.</a:t>
            </a:r>
            <a:endParaRPr lang="es-419" dirty="0"/>
          </a:p>
        </p:txBody>
      </p:sp>
      <p:pic>
        <p:nvPicPr>
          <p:cNvPr id="17" name="Picture 2" descr="información ">
            <a:extLst>
              <a:ext uri="{FF2B5EF4-FFF2-40B4-BE49-F238E27FC236}">
                <a16:creationId xmlns:a16="http://schemas.microsoft.com/office/drawing/2014/main" id="{9DA6D951-7378-A3EF-DC38-1E36CB960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850" y="290305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nformación ">
            <a:extLst>
              <a:ext uri="{FF2B5EF4-FFF2-40B4-BE49-F238E27FC236}">
                <a16:creationId xmlns:a16="http://schemas.microsoft.com/office/drawing/2014/main" id="{AAE62FA3-3B1C-97AF-C55F-20360B346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850" y="4675258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638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4E2B166-9529-7C5C-E79E-98011E0C9C5F}"/>
              </a:ext>
            </a:extLst>
          </p:cNvPr>
          <p:cNvSpPr txBox="1"/>
          <p:nvPr/>
        </p:nvSpPr>
        <p:spPr>
          <a:xfrm>
            <a:off x="98167" y="3062810"/>
            <a:ext cx="5809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>
                <a:solidFill>
                  <a:srgbClr val="0055B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 un </a:t>
            </a:r>
            <a:r>
              <a:rPr lang="en-US" sz="2000" dirty="0" err="1"/>
              <a:t>Abonado</a:t>
            </a:r>
            <a:r>
              <a:rPr lang="en-US" sz="2000" dirty="0"/>
              <a:t> </a:t>
            </a:r>
            <a:r>
              <a:rPr lang="en-US" sz="2000" dirty="0" err="1"/>
              <a:t>emite</a:t>
            </a:r>
            <a:r>
              <a:rPr lang="en-US" sz="2000" dirty="0"/>
              <a:t> y </a:t>
            </a:r>
            <a:r>
              <a:rPr lang="en-US" sz="2000" dirty="0" err="1"/>
              <a:t>recibe</a:t>
            </a:r>
            <a:r>
              <a:rPr lang="en-US" sz="2000" dirty="0"/>
              <a:t> </a:t>
            </a:r>
            <a:r>
              <a:rPr lang="en-US" sz="2000" dirty="0" err="1"/>
              <a:t>potencia</a:t>
            </a:r>
            <a:r>
              <a:rPr lang="en-US" sz="2000" dirty="0"/>
              <a:t> </a:t>
            </a:r>
            <a:r>
              <a:rPr lang="en-US" sz="2000" dirty="0" err="1"/>
              <a:t>aparecerá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DISCOVERY.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06D56-DE6A-6379-A278-97DCFAF4BAA7}"/>
              </a:ext>
            </a:extLst>
          </p:cNvPr>
          <p:cNvSpPr txBox="1"/>
          <p:nvPr/>
        </p:nvSpPr>
        <p:spPr>
          <a:xfrm>
            <a:off x="7200500" y="1260851"/>
            <a:ext cx="4893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potencia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pueden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resolverse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desde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Operaciones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IP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s-419" dirty="0">
              <a:solidFill>
                <a:schemeClr val="bg1"/>
              </a:solidFill>
            </a:endParaRPr>
          </a:p>
        </p:txBody>
      </p:sp>
      <p:pic>
        <p:nvPicPr>
          <p:cNvPr id="9" name="Picture 2" descr="Advertir ">
            <a:extLst>
              <a:ext uri="{FF2B5EF4-FFF2-40B4-BE49-F238E27FC236}">
                <a16:creationId xmlns:a16="http://schemas.microsoft.com/office/drawing/2014/main" id="{0B9A0571-F4D7-2EDF-E1E9-93BB73B8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15" y="115689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B7C6E61-4487-B4EB-4375-335709B0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C1E1E8-C806-7ECF-9A48-5F65977B05D6}"/>
              </a:ext>
            </a:extLst>
          </p:cNvPr>
          <p:cNvSpPr txBox="1"/>
          <p:nvPr/>
        </p:nvSpPr>
        <p:spPr>
          <a:xfrm>
            <a:off x="7176800" y="2905541"/>
            <a:ext cx="4792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Posteriormente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potencia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dentro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umbrales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la ONU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homologada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reconocida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pasará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Whitelist.</a:t>
            </a:r>
            <a:endParaRPr lang="es-41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información ">
            <a:extLst>
              <a:ext uri="{FF2B5EF4-FFF2-40B4-BE49-F238E27FC236}">
                <a16:creationId xmlns:a16="http://schemas.microsoft.com/office/drawing/2014/main" id="{F6BFBDA3-97A9-37CB-15B4-E554C3FE4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15" y="290703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EE3AEB0-A039-850F-4B78-A3ADEA6EB715}"/>
              </a:ext>
            </a:extLst>
          </p:cNvPr>
          <p:cNvSpPr txBox="1"/>
          <p:nvPr/>
        </p:nvSpPr>
        <p:spPr>
          <a:xfrm>
            <a:off x="7051819" y="4303455"/>
            <a:ext cx="50420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z="1800" dirty="0"/>
              <a:t>Si no </a:t>
            </a:r>
            <a:r>
              <a:rPr lang="en-US" sz="1800" dirty="0" err="1"/>
              <a:t>llega</a:t>
            </a:r>
            <a:r>
              <a:rPr lang="en-US" sz="1800" dirty="0"/>
              <a:t> a </a:t>
            </a:r>
            <a:r>
              <a:rPr lang="en-US" sz="1800" dirty="0" err="1"/>
              <a:t>estar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“</a:t>
            </a:r>
            <a:r>
              <a:rPr lang="en-US" sz="1800" dirty="0" err="1"/>
              <a:t>Aprovisionada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OLT” </a:t>
            </a:r>
            <a:r>
              <a:rPr lang="en-US" sz="1800" dirty="0" err="1"/>
              <a:t>sino</a:t>
            </a:r>
            <a:r>
              <a:rPr lang="en-US" sz="1800" dirty="0"/>
              <a:t> que se </a:t>
            </a:r>
            <a:r>
              <a:rPr lang="en-US" sz="1800" dirty="0" err="1"/>
              <a:t>queda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un </a:t>
            </a:r>
            <a:r>
              <a:rPr lang="en-US" sz="1800" dirty="0" err="1"/>
              <a:t>estado</a:t>
            </a:r>
            <a:r>
              <a:rPr lang="en-US" sz="1800" dirty="0"/>
              <a:t> </a:t>
            </a:r>
            <a:r>
              <a:rPr lang="en-US" sz="1800" dirty="0" err="1"/>
              <a:t>intermedio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discovery, ONU no </a:t>
            </a:r>
            <a:r>
              <a:rPr lang="en-US" sz="1800" dirty="0" err="1"/>
              <a:t>autorizada</a:t>
            </a:r>
            <a:r>
              <a:rPr lang="en-US" sz="1800" dirty="0"/>
              <a:t>, </a:t>
            </a:r>
            <a:r>
              <a:rPr lang="en-US" sz="1800" dirty="0" err="1"/>
              <a:t>registro</a:t>
            </a:r>
            <a:r>
              <a:rPr lang="en-US" sz="1800" dirty="0"/>
              <a:t> SIP </a:t>
            </a:r>
            <a:r>
              <a:rPr lang="en-US" sz="1800" dirty="0" err="1"/>
              <a:t>fallido</a:t>
            </a:r>
            <a:r>
              <a:rPr lang="en-US" sz="1800" dirty="0"/>
              <a:t>, </a:t>
            </a:r>
            <a:r>
              <a:rPr lang="en-US" sz="1800" dirty="0" err="1"/>
              <a:t>registro</a:t>
            </a:r>
            <a:r>
              <a:rPr lang="en-US" sz="1800" dirty="0"/>
              <a:t> VLAN </a:t>
            </a:r>
            <a:r>
              <a:rPr lang="en-US" sz="1800" dirty="0" err="1"/>
              <a:t>fallido</a:t>
            </a:r>
            <a:r>
              <a:rPr lang="en-US" sz="1800" dirty="0"/>
              <a:t>; lo mas probable es que </a:t>
            </a:r>
            <a:r>
              <a:rPr lang="en-US" sz="1800" dirty="0" err="1"/>
              <a:t>estemos</a:t>
            </a:r>
            <a:r>
              <a:rPr lang="en-US" sz="1800" dirty="0"/>
              <a:t> ante un </a:t>
            </a:r>
            <a:r>
              <a:rPr lang="en-US" sz="1800" dirty="0" err="1"/>
              <a:t>problema</a:t>
            </a:r>
            <a:r>
              <a:rPr lang="en-US" sz="1800" dirty="0"/>
              <a:t> con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demonio</a:t>
            </a:r>
            <a:r>
              <a:rPr lang="en-US" sz="1800" dirty="0"/>
              <a:t> de </a:t>
            </a:r>
            <a:r>
              <a:rPr lang="en-US" sz="1800" dirty="0" err="1"/>
              <a:t>aprovisionamiento</a:t>
            </a:r>
            <a:r>
              <a:rPr lang="en-US" sz="1800" dirty="0"/>
              <a:t>,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cual</a:t>
            </a:r>
            <a:r>
              <a:rPr lang="en-US" sz="1800" dirty="0"/>
              <a:t> </a:t>
            </a:r>
            <a:r>
              <a:rPr lang="en-US" sz="1800" dirty="0" err="1"/>
              <a:t>corresponde</a:t>
            </a:r>
            <a:r>
              <a:rPr lang="en-US" sz="1800" dirty="0"/>
              <a:t> a </a:t>
            </a:r>
            <a:r>
              <a:rPr lang="en-US" sz="1800" dirty="0">
                <a:solidFill>
                  <a:schemeClr val="accent4"/>
                </a:solidFill>
              </a:rPr>
              <a:t>SISTEMAS.</a:t>
            </a:r>
            <a:endParaRPr lang="es-419" sz="1800" dirty="0">
              <a:solidFill>
                <a:schemeClr val="accent4"/>
              </a:solidFill>
            </a:endParaRPr>
          </a:p>
        </p:txBody>
      </p:sp>
      <p:pic>
        <p:nvPicPr>
          <p:cNvPr id="18" name="Picture 2" descr="Advertir ">
            <a:extLst>
              <a:ext uri="{FF2B5EF4-FFF2-40B4-BE49-F238E27FC236}">
                <a16:creationId xmlns:a16="http://schemas.microsoft.com/office/drawing/2014/main" id="{019A55DF-20B5-9B7D-4D5E-36BB0CDE2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636" y="4658626"/>
            <a:ext cx="1019435" cy="10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100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B5F6-80D8-680A-A75F-AFB763AF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DB1CE-8BE7-8A2B-97F4-8036845FE849}"/>
              </a:ext>
            </a:extLst>
          </p:cNvPr>
          <p:cNvSpPr txBox="1"/>
          <p:nvPr/>
        </p:nvSpPr>
        <p:spPr>
          <a:xfrm>
            <a:off x="7067822" y="1121349"/>
            <a:ext cx="50258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dirty="0"/>
              <a:t>Ser ejecutadas por línea de comandos CLI (para que el rendimiento de memoria o CPU de la laptop no afecte el resultado)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8D39FB-1CD8-91AB-17CB-8E81E25E2959}"/>
              </a:ext>
            </a:extLst>
          </p:cNvPr>
          <p:cNvSpPr txBox="1"/>
          <p:nvPr/>
        </p:nvSpPr>
        <p:spPr>
          <a:xfrm>
            <a:off x="0" y="3105834"/>
            <a:ext cx="59513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sz="2000" dirty="0"/>
              <a:t>Las pruebas de velocidad que sirven para certificar la existencia de un problema deben: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DA60E6-4F61-FD84-2E46-B29F0164D0DC}"/>
              </a:ext>
            </a:extLst>
          </p:cNvPr>
          <p:cNvSpPr txBox="1"/>
          <p:nvPr/>
        </p:nvSpPr>
        <p:spPr>
          <a:xfrm>
            <a:off x="7067822" y="2967335"/>
            <a:ext cx="50258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dirty="0"/>
              <a:t>Realizarse contra el servidor </a:t>
            </a:r>
            <a:r>
              <a:rPr lang="es-419" dirty="0" err="1"/>
              <a:t>Speedtest</a:t>
            </a:r>
            <a:r>
              <a:rPr lang="es-419" dirty="0"/>
              <a:t> INTER mas cercano a la localidad (para delimitar la prueba y aumentar la confiabilidad del resultado)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825857-21B4-3A34-7B22-B410368B4391}"/>
              </a:ext>
            </a:extLst>
          </p:cNvPr>
          <p:cNvSpPr txBox="1"/>
          <p:nvPr/>
        </p:nvSpPr>
        <p:spPr>
          <a:xfrm>
            <a:off x="7088801" y="4537929"/>
            <a:ext cx="50258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dirty="0"/>
              <a:t>Aislando nuestra red INTER de los equipos del abonado (pues es el segmento que somos responsables de certificar), esto es: conectados justo al Puerto GE de la ONU con nuestro cable categorizado, sobre nuestra laptop de prueba. </a:t>
            </a:r>
          </a:p>
          <a:p>
            <a:endParaRPr lang="es-419" sz="1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12AE98-58AB-779F-15DE-D5504E42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4" y="1163307"/>
            <a:ext cx="971263" cy="9712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55A76E8-37B6-F18F-530E-F6526568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3" y="2919402"/>
            <a:ext cx="971263" cy="9712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C29AA7-14AE-3522-8A71-36B51D776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2" y="4702001"/>
            <a:ext cx="971263" cy="97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33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4286B-1A29-86AD-66CE-4C0EC58F06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9FE1C-3628-0F40-B328-1C45B148FB20}" type="slidenum">
              <a:rPr kumimoji="0" lang="en-V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V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EE4B7-066C-E960-A5C9-88E34FC8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6" y="-313813"/>
            <a:ext cx="6153195" cy="1477120"/>
          </a:xfrm>
        </p:spPr>
        <p:txBody>
          <a:bodyPr/>
          <a:lstStyle/>
          <a:p>
            <a:r>
              <a:rPr lang="es-419" dirty="0"/>
              <a:t>LOS PUNTOS IMPORTANTES</a:t>
            </a:r>
            <a:endParaRPr lang="en-V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2B5A88-BD67-1699-7587-DA644471FDFF}"/>
              </a:ext>
            </a:extLst>
          </p:cNvPr>
          <p:cNvSpPr txBox="1"/>
          <p:nvPr/>
        </p:nvSpPr>
        <p:spPr>
          <a:xfrm>
            <a:off x="619540" y="1674674"/>
            <a:ext cx="108373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Ejecutar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pruebas</a:t>
            </a:r>
            <a:r>
              <a:rPr lang="en-US" sz="2000" dirty="0">
                <a:solidFill>
                  <a:schemeClr val="bg1"/>
                </a:solidFill>
              </a:rPr>
              <a:t> a Comcast, </a:t>
            </a:r>
            <a:r>
              <a:rPr lang="en-US" sz="2000" dirty="0" err="1">
                <a:solidFill>
                  <a:schemeClr val="bg1"/>
                </a:solidFill>
              </a:rPr>
              <a:t>una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vez</a:t>
            </a:r>
            <a:r>
              <a:rPr lang="en-US" sz="2000" dirty="0">
                <a:solidFill>
                  <a:schemeClr val="bg1"/>
                </a:solidFill>
              </a:rPr>
              <a:t> que se </a:t>
            </a:r>
            <a:r>
              <a:rPr lang="en-US" sz="2000" dirty="0" err="1">
                <a:solidFill>
                  <a:schemeClr val="bg1"/>
                </a:solidFill>
              </a:rPr>
              <a:t>han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ejecutado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pruebas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exitosas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dentro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nuestra</a:t>
            </a:r>
            <a:r>
              <a:rPr lang="en-US" sz="2000" dirty="0">
                <a:solidFill>
                  <a:schemeClr val="bg1"/>
                </a:solidFill>
              </a:rPr>
              <a:t> red, </a:t>
            </a:r>
            <a:r>
              <a:rPr lang="en-US" sz="2000" dirty="0" err="1">
                <a:solidFill>
                  <a:schemeClr val="bg1"/>
                </a:solidFill>
              </a:rPr>
              <a:t>nos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una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medida</a:t>
            </a:r>
            <a:r>
              <a:rPr lang="en-US" sz="2000" dirty="0">
                <a:solidFill>
                  <a:schemeClr val="bg1"/>
                </a:solidFill>
              </a:rPr>
              <a:t> del </a:t>
            </a:r>
            <a:r>
              <a:rPr lang="en-US" sz="2000" dirty="0" err="1">
                <a:solidFill>
                  <a:schemeClr val="bg1"/>
                </a:solidFill>
              </a:rPr>
              <a:t>servicio</a:t>
            </a:r>
            <a:r>
              <a:rPr lang="en-US" sz="2000" dirty="0">
                <a:solidFill>
                  <a:schemeClr val="bg1"/>
                </a:solidFill>
              </a:rPr>
              <a:t> que </a:t>
            </a:r>
            <a:r>
              <a:rPr lang="en-US" sz="2000" dirty="0" err="1">
                <a:solidFill>
                  <a:schemeClr val="bg1"/>
                </a:solidFill>
              </a:rPr>
              <a:t>nos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está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brindando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nuestro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proveedor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internacional</a:t>
            </a:r>
            <a:r>
              <a:rPr lang="en-US" sz="2000" dirty="0">
                <a:solidFill>
                  <a:schemeClr val="bg1"/>
                </a:solidFill>
              </a:rPr>
              <a:t>, de </a:t>
            </a:r>
            <a:r>
              <a:rPr lang="en-US" sz="2000" dirty="0" err="1">
                <a:solidFill>
                  <a:schemeClr val="bg1"/>
                </a:solidFill>
              </a:rPr>
              <a:t>quien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nosotros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somos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clientes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Los </a:t>
            </a:r>
            <a:r>
              <a:rPr lang="en-US" sz="2000" dirty="0" err="1">
                <a:solidFill>
                  <a:schemeClr val="bg1"/>
                </a:solidFill>
              </a:rPr>
              <a:t>problemas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velocidad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generalmente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afectan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toda</a:t>
            </a:r>
            <a:r>
              <a:rPr lang="en-US" sz="2000" dirty="0">
                <a:solidFill>
                  <a:schemeClr val="bg1"/>
                </a:solidFill>
              </a:rPr>
              <a:t> la </a:t>
            </a:r>
            <a:r>
              <a:rPr lang="en-US" sz="2000" dirty="0" err="1">
                <a:solidFill>
                  <a:schemeClr val="bg1"/>
                </a:solidFill>
              </a:rPr>
              <a:t>localidad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por</a:t>
            </a:r>
            <a:r>
              <a:rPr lang="en-US" sz="2000" dirty="0">
                <a:solidFill>
                  <a:schemeClr val="bg1"/>
                </a:solidFill>
              </a:rPr>
              <a:t> lo que </a:t>
            </a:r>
            <a:r>
              <a:rPr lang="en-US" sz="2000" dirty="0" err="1">
                <a:solidFill>
                  <a:schemeClr val="bg1"/>
                </a:solidFill>
              </a:rPr>
              <a:t>si</a:t>
            </a:r>
            <a:r>
              <a:rPr lang="en-US" sz="2000" dirty="0">
                <a:solidFill>
                  <a:schemeClr val="bg1"/>
                </a:solidFill>
              </a:rPr>
              <a:t> no se </a:t>
            </a:r>
            <a:r>
              <a:rPr lang="en-US" sz="2000" dirty="0" err="1">
                <a:solidFill>
                  <a:schemeClr val="bg1"/>
                </a:solidFill>
              </a:rPr>
              <a:t>puede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llegar</a:t>
            </a:r>
            <a:r>
              <a:rPr lang="en-US" sz="2000" dirty="0">
                <a:solidFill>
                  <a:schemeClr val="bg1"/>
                </a:solidFill>
              </a:rPr>
              <a:t> hasta </a:t>
            </a:r>
            <a:r>
              <a:rPr lang="en-US" sz="2000" dirty="0" err="1">
                <a:solidFill>
                  <a:schemeClr val="bg1"/>
                </a:solidFill>
              </a:rPr>
              <a:t>el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abonado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prueba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desde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headend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realizada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bajo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estas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condiciones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sirve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comenzar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investigar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278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484BA236-92A2-F86F-5669-C4C85939B23E}"/>
              </a:ext>
            </a:extLst>
          </p:cNvPr>
          <p:cNvSpPr txBox="1"/>
          <p:nvPr/>
        </p:nvSpPr>
        <p:spPr>
          <a:xfrm>
            <a:off x="-2589213" y="2813050"/>
            <a:ext cx="10260013" cy="84907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65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13" b="0" i="0" u="none" strike="noStrike" kern="1200" cap="none" spc="0" normalizeH="0" baseline="0" noProof="0" dirty="0">
                <a:ln>
                  <a:noFill/>
                </a:ln>
                <a:solidFill>
                  <a:srgbClr val="FAFBFB"/>
                </a:solidFill>
                <a:effectLst/>
                <a:uLnTx/>
                <a:uFillTx/>
                <a:latin typeface="Narrow SemiBold"/>
              </a:rPr>
              <a:t>¡Gracias!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16171C7-3DA7-EB80-63AD-884B94897B34}"/>
              </a:ext>
            </a:extLst>
          </p:cNvPr>
          <p:cNvSpPr txBox="1"/>
          <p:nvPr/>
        </p:nvSpPr>
        <p:spPr>
          <a:xfrm>
            <a:off x="-609600" y="4759325"/>
            <a:ext cx="10555288" cy="7604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634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SemiBold"/>
              </a:rPr>
              <a:t>Tu </a:t>
            </a:r>
            <a:r>
              <a:rPr kumimoji="0" lang="en-US" sz="45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SemiBold"/>
              </a:rPr>
              <a:t>mundo</a:t>
            </a:r>
            <a:r>
              <a:rPr kumimoji="0" lang="en-US" sz="45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ranth"/>
                <a:ea typeface="+mn-ea"/>
                <a:cs typeface="+mn-cs"/>
              </a:rPr>
              <a:t>, </a:t>
            </a:r>
            <a:r>
              <a:rPr kumimoji="0" lang="en-US" sz="4533" b="1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Bold Italic"/>
              </a:rPr>
              <a:t>nuestro</a:t>
            </a:r>
            <a:r>
              <a:rPr kumimoji="0" lang="en-US" sz="4533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Bold Italic"/>
              </a:rPr>
              <a:t> </a:t>
            </a:r>
            <a:r>
              <a:rPr kumimoji="0" lang="en-US" sz="4533" b="1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Bold Italic"/>
              </a:rPr>
              <a:t>compromiso</a:t>
            </a:r>
            <a:r>
              <a:rPr kumimoji="0" lang="en-US" sz="4533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rrow Bold Italic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lantilla General Nuevo Forma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986</Words>
  <Application>Microsoft Office PowerPoint</Application>
  <PresentationFormat>Panorámica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Amaranth</vt:lpstr>
      <vt:lpstr>Arial</vt:lpstr>
      <vt:lpstr>Calibri</vt:lpstr>
      <vt:lpstr>Calibri Light</vt:lpstr>
      <vt:lpstr>Narrow Bold Italic</vt:lpstr>
      <vt:lpstr>Narrow SemiBold</vt:lpstr>
      <vt:lpstr>Tema de Office</vt:lpstr>
      <vt:lpstr>1_Tema de Office</vt:lpstr>
      <vt:lpstr>Plantilla General Nuevo Formato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LOS PUNTOS IMPORTANTES</vt:lpstr>
      <vt:lpstr>LOS PUNTOS IMPORTANTES</vt:lpstr>
      <vt:lpstr>LOS PUNTOS IMPORTANTES</vt:lpstr>
      <vt:lpstr>LOS PUNTOS IMPORTANTES</vt:lpstr>
      <vt:lpstr>LOS PUNTOS IMPORTANTES</vt:lpstr>
      <vt:lpstr>LOS PUNTOS IMPORTANTES</vt:lpstr>
      <vt:lpstr>LOS PUNTOS IMPORTANTES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opiplp</dc:creator>
  <cp:lastModifiedBy>Yolibeth Estrada</cp:lastModifiedBy>
  <cp:revision>39</cp:revision>
  <dcterms:created xsi:type="dcterms:W3CDTF">2023-10-30T18:34:05Z</dcterms:created>
  <dcterms:modified xsi:type="dcterms:W3CDTF">2024-04-01T13:40:31Z</dcterms:modified>
</cp:coreProperties>
</file>