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87" r:id="rId2"/>
    <p:sldId id="282" r:id="rId3"/>
    <p:sldId id="300" r:id="rId4"/>
    <p:sldId id="301" r:id="rId5"/>
    <p:sldId id="302" r:id="rId6"/>
    <p:sldId id="270" r:id="rId7"/>
    <p:sldId id="312" r:id="rId8"/>
    <p:sldId id="313" r:id="rId9"/>
    <p:sldId id="286" r:id="rId10"/>
    <p:sldId id="273" r:id="rId11"/>
    <p:sldId id="261" r:id="rId12"/>
    <p:sldId id="304" r:id="rId13"/>
    <p:sldId id="305" r:id="rId14"/>
    <p:sldId id="306" r:id="rId15"/>
    <p:sldId id="303" r:id="rId16"/>
    <p:sldId id="307" r:id="rId17"/>
    <p:sldId id="294" r:id="rId18"/>
    <p:sldId id="262" r:id="rId19"/>
    <p:sldId id="308" r:id="rId20"/>
    <p:sldId id="309" r:id="rId21"/>
    <p:sldId id="310" r:id="rId22"/>
    <p:sldId id="311" r:id="rId23"/>
    <p:sldId id="288" r:id="rId24"/>
  </p:sldIdLst>
  <p:sldSz cx="12192000" cy="6858000"/>
  <p:notesSz cx="6858000" cy="9144000"/>
  <p:defaultTextStyle>
    <a:defPPr>
      <a:defRPr lang="en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CCD70F4-29B8-8A49-8DC3-E4A15802D82B}">
          <p14:sldIdLst>
            <p14:sldId id="287"/>
            <p14:sldId id="282"/>
            <p14:sldId id="300"/>
            <p14:sldId id="301"/>
            <p14:sldId id="302"/>
            <p14:sldId id="270"/>
            <p14:sldId id="312"/>
            <p14:sldId id="313"/>
            <p14:sldId id="286"/>
            <p14:sldId id="273"/>
            <p14:sldId id="261"/>
            <p14:sldId id="304"/>
            <p14:sldId id="305"/>
            <p14:sldId id="306"/>
            <p14:sldId id="303"/>
            <p14:sldId id="307"/>
            <p14:sldId id="294"/>
            <p14:sldId id="262"/>
            <p14:sldId id="308"/>
            <p14:sldId id="309"/>
            <p14:sldId id="310"/>
            <p14:sldId id="311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400"/>
    <a:srgbClr val="002D74"/>
    <a:srgbClr val="005290"/>
    <a:srgbClr val="AAACAE"/>
    <a:srgbClr val="636462"/>
    <a:srgbClr val="EEEEEF"/>
    <a:srgbClr val="00A7E1"/>
    <a:srgbClr val="19D3C5"/>
    <a:srgbClr val="FFFF66"/>
    <a:srgbClr val="0055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95"/>
    <p:restoredTop sz="94407"/>
  </p:normalViewPr>
  <p:slideViewPr>
    <p:cSldViewPr>
      <p:cViewPr>
        <p:scale>
          <a:sx n="80" d="100"/>
          <a:sy n="80" d="100"/>
        </p:scale>
        <p:origin x="408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7" d="100"/>
          <a:sy n="107" d="100"/>
        </p:scale>
        <p:origin x="463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07E510-6E35-4945-A485-0B50C8A10ECC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2301786-6341-45A4-8F9B-0F7CAE037F46}">
      <dgm:prSet phldrT="[Texto]" phldr="0" custT="1"/>
      <dgm:spPr/>
      <dgm:t>
        <a:bodyPr/>
        <a:lstStyle/>
        <a:p>
          <a:pPr>
            <a:defRPr b="1"/>
          </a:pPr>
          <a:r>
            <a: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Recepción</a:t>
          </a:r>
        </a:p>
      </dgm:t>
    </dgm:pt>
    <dgm:pt modelId="{CDB26D60-2E01-46CB-88DE-53ADED48E2D3}" type="parTrans" cxnId="{C82188D8-DF47-4ED2-A0A3-2C008EF191F0}">
      <dgm:prSet/>
      <dgm:spPr/>
      <dgm:t>
        <a:bodyPr/>
        <a:lstStyle/>
        <a:p>
          <a:endParaRPr lang="es-ES"/>
        </a:p>
      </dgm:t>
    </dgm:pt>
    <dgm:pt modelId="{287FDF45-2924-4672-82D6-F2AEF95E223E}" type="sibTrans" cxnId="{C82188D8-DF47-4ED2-A0A3-2C008EF191F0}">
      <dgm:prSet/>
      <dgm:spPr/>
      <dgm:t>
        <a:bodyPr/>
        <a:lstStyle/>
        <a:p>
          <a:endParaRPr lang="es-ES"/>
        </a:p>
      </dgm:t>
    </dgm:pt>
    <dgm:pt modelId="{0E30C94B-D92F-4CF1-AD58-368FB736C58E}">
      <dgm:prSet phldrT="[Texto]" phldr="0" custT="1"/>
      <dgm:spPr/>
      <dgm:t>
        <a:bodyPr/>
        <a:lstStyle/>
        <a:p>
          <a:pPr>
            <a:defRPr b="1"/>
          </a:pPr>
          <a:r>
            <a: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Instalación</a:t>
          </a:r>
        </a:p>
      </dgm:t>
    </dgm:pt>
    <dgm:pt modelId="{74AAF22F-3883-4BFF-9D5B-68032EA299D0}" type="parTrans" cxnId="{51889506-7CA7-4FAC-B4AD-E2C2F7534FE7}">
      <dgm:prSet/>
      <dgm:spPr/>
      <dgm:t>
        <a:bodyPr/>
        <a:lstStyle/>
        <a:p>
          <a:endParaRPr lang="es-ES"/>
        </a:p>
      </dgm:t>
    </dgm:pt>
    <dgm:pt modelId="{63F53351-EDD8-4BCB-9C4C-CD6D4D189FB9}" type="sibTrans" cxnId="{51889506-7CA7-4FAC-B4AD-E2C2F7534FE7}">
      <dgm:prSet/>
      <dgm:spPr/>
      <dgm:t>
        <a:bodyPr/>
        <a:lstStyle/>
        <a:p>
          <a:endParaRPr lang="es-ES"/>
        </a:p>
      </dgm:t>
    </dgm:pt>
    <dgm:pt modelId="{C55426C6-C93E-46E0-A588-0C385614BB88}">
      <dgm:prSet phldrT="[Texto]" phldr="0" custT="1"/>
      <dgm:spPr/>
      <dgm:t>
        <a:bodyPr/>
        <a:lstStyle/>
        <a:p>
          <a:pPr>
            <a:defRPr b="1"/>
          </a:pPr>
          <a:r>
            <a: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Conexión</a:t>
          </a:r>
        </a:p>
      </dgm:t>
    </dgm:pt>
    <dgm:pt modelId="{05D2CB10-72CE-4E71-A2D1-5F0CA26DE936}" type="parTrans" cxnId="{92700C4A-DEBB-48CE-9B2F-5208567A73A4}">
      <dgm:prSet/>
      <dgm:spPr/>
      <dgm:t>
        <a:bodyPr/>
        <a:lstStyle/>
        <a:p>
          <a:endParaRPr lang="es-ES"/>
        </a:p>
      </dgm:t>
    </dgm:pt>
    <dgm:pt modelId="{EA1B7BC4-B9CD-40BD-A883-0ED4F90D03C5}" type="sibTrans" cxnId="{92700C4A-DEBB-48CE-9B2F-5208567A73A4}">
      <dgm:prSet/>
      <dgm:spPr/>
      <dgm:t>
        <a:bodyPr/>
        <a:lstStyle/>
        <a:p>
          <a:endParaRPr lang="es-ES"/>
        </a:p>
      </dgm:t>
    </dgm:pt>
    <dgm:pt modelId="{AF202F07-2BF8-4949-A5D7-2DD96253006E}">
      <dgm:prSet phldrT="[Texto]" phldr="0" custT="1"/>
      <dgm:spPr/>
      <dgm:t>
        <a:bodyPr/>
        <a:lstStyle/>
        <a:p>
          <a:pPr>
            <a:defRPr b="1"/>
          </a:pPr>
          <a:r>
            <a:rPr lang="es-ES" sz="18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Sistema 815</a:t>
          </a:r>
        </a:p>
      </dgm:t>
    </dgm:pt>
    <dgm:pt modelId="{BEA33915-3C96-499C-97DA-78298D9D3ECC}" type="parTrans" cxnId="{CB743251-C762-4CAE-8266-56593E416ABE}">
      <dgm:prSet/>
      <dgm:spPr/>
      <dgm:t>
        <a:bodyPr/>
        <a:lstStyle/>
        <a:p>
          <a:endParaRPr lang="es-ES"/>
        </a:p>
      </dgm:t>
    </dgm:pt>
    <dgm:pt modelId="{66F9472E-9534-42E5-AF25-3EB55739394D}" type="sibTrans" cxnId="{CB743251-C762-4CAE-8266-56593E416ABE}">
      <dgm:prSet/>
      <dgm:spPr/>
      <dgm:t>
        <a:bodyPr/>
        <a:lstStyle/>
        <a:p>
          <a:endParaRPr lang="es-ES"/>
        </a:p>
      </dgm:t>
    </dgm:pt>
    <dgm:pt modelId="{64C269F3-7A3F-4D7C-96B0-D5F09AE07513}">
      <dgm:prSet phldr="0" custT="1"/>
      <dgm:spPr/>
      <dgm:t>
        <a:bodyPr/>
        <a:lstStyle/>
        <a:p>
          <a:pPr>
            <a:defRPr b="1"/>
          </a:pPr>
          <a:r>
            <a:rPr lang="es-ES" sz="185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Verificaciones</a:t>
          </a:r>
        </a:p>
      </dgm:t>
    </dgm:pt>
    <dgm:pt modelId="{DABE992C-2049-4CCC-AA71-CF6FAC9B12AF}" type="parTrans" cxnId="{A60D903C-9913-4328-99AC-70437C4893D5}">
      <dgm:prSet/>
      <dgm:spPr/>
      <dgm:t>
        <a:bodyPr/>
        <a:lstStyle/>
        <a:p>
          <a:endParaRPr lang="es-419"/>
        </a:p>
      </dgm:t>
    </dgm:pt>
    <dgm:pt modelId="{1033E895-FE64-47F1-A19E-487F0F087DC2}" type="sibTrans" cxnId="{A60D903C-9913-4328-99AC-70437C4893D5}">
      <dgm:prSet/>
      <dgm:spPr/>
      <dgm:t>
        <a:bodyPr/>
        <a:lstStyle/>
        <a:p>
          <a:endParaRPr lang="es-419"/>
        </a:p>
      </dgm:t>
    </dgm:pt>
    <dgm:pt modelId="{3CA6D3C0-09E5-4A05-987A-3050CFC4B1C9}" type="pres">
      <dgm:prSet presAssocID="{EE07E510-6E35-4945-A485-0B50C8A10ECC}" presName="root" presStyleCnt="0">
        <dgm:presLayoutVars>
          <dgm:chMax/>
          <dgm:chPref/>
          <dgm:animLvl val="lvl"/>
        </dgm:presLayoutVars>
      </dgm:prSet>
      <dgm:spPr/>
    </dgm:pt>
    <dgm:pt modelId="{4FEECB9F-643B-4480-8DAB-8B84D857630E}" type="pres">
      <dgm:prSet presAssocID="{EE07E510-6E35-4945-A485-0B50C8A10ECC}" presName="divider" presStyleLbl="fgAcc1" presStyleIdx="0" presStyleCnt="6" custLinFactNeighborX="-204" custLinFactNeighborY="-92928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53695716-757E-4E38-BF46-2AC8519B1741}" type="pres">
      <dgm:prSet presAssocID="{EE07E510-6E35-4945-A485-0B50C8A10ECC}" presName="nodes" presStyleCnt="0">
        <dgm:presLayoutVars>
          <dgm:chMax/>
          <dgm:chPref/>
          <dgm:animLvl val="lvl"/>
        </dgm:presLayoutVars>
      </dgm:prSet>
      <dgm:spPr/>
    </dgm:pt>
    <dgm:pt modelId="{340254A0-EC2D-4903-98D8-33FB5CDFF0B8}" type="pres">
      <dgm:prSet presAssocID="{22301786-6341-45A4-8F9B-0F7CAE037F46}" presName="composite" presStyleCnt="0"/>
      <dgm:spPr/>
    </dgm:pt>
    <dgm:pt modelId="{96CCB975-B55F-4FF5-99D7-39C1AA76D100}" type="pres">
      <dgm:prSet presAssocID="{22301786-6341-45A4-8F9B-0F7CAE037F46}" presName="ConnectorPoint" presStyleLbl="lnNode1" presStyleIdx="0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BC8CCBA-A8F9-4104-A619-CAD57C404306}" type="pres">
      <dgm:prSet presAssocID="{22301786-6341-45A4-8F9B-0F7CAE037F46}" presName="DropPinPlaceHolder" presStyleCnt="0"/>
      <dgm:spPr/>
    </dgm:pt>
    <dgm:pt modelId="{01ADBC28-00C0-4AC4-A932-0D7D4294F409}" type="pres">
      <dgm:prSet presAssocID="{22301786-6341-45A4-8F9B-0F7CAE037F46}" presName="DropPin" presStyleLbl="alignNode1" presStyleIdx="0" presStyleCnt="5"/>
      <dgm:spPr/>
    </dgm:pt>
    <dgm:pt modelId="{A159C001-B2FD-42DE-B824-683B7F998D44}" type="pres">
      <dgm:prSet presAssocID="{22301786-6341-45A4-8F9B-0F7CAE037F46}" presName="Ellipse" presStyleLbl="fgAcc1" presStyleIdx="1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6BB35929-4C13-492D-B54E-2B1079F796B7}" type="pres">
      <dgm:prSet presAssocID="{22301786-6341-45A4-8F9B-0F7CAE037F46}" presName="L2TextContainer" presStyleLbl="revTx" presStyleIdx="0" presStyleCnt="10">
        <dgm:presLayoutVars>
          <dgm:bulletEnabled val="1"/>
        </dgm:presLayoutVars>
      </dgm:prSet>
      <dgm:spPr/>
    </dgm:pt>
    <dgm:pt modelId="{D230CDA0-AB99-42D2-ABAA-24E5D4B7575C}" type="pres">
      <dgm:prSet presAssocID="{22301786-6341-45A4-8F9B-0F7CAE037F46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B6893D94-0047-417B-A420-D020FA7094AC}" type="pres">
      <dgm:prSet presAssocID="{22301786-6341-45A4-8F9B-0F7CAE037F46}" presName="ConnectLine" presStyleLbl="sibTrans1D1" presStyleIdx="0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CE0EE66C-8E99-46F9-AC0D-BACB8ADD2824}" type="pres">
      <dgm:prSet presAssocID="{22301786-6341-45A4-8F9B-0F7CAE037F46}" presName="EmptyPlaceHolder" presStyleCnt="0"/>
      <dgm:spPr/>
    </dgm:pt>
    <dgm:pt modelId="{47D7A73F-1532-4AAA-9CDC-4C5460C2401E}" type="pres">
      <dgm:prSet presAssocID="{287FDF45-2924-4672-82D6-F2AEF95E223E}" presName="spaceBetweenRectangles" presStyleCnt="0"/>
      <dgm:spPr/>
    </dgm:pt>
    <dgm:pt modelId="{30043EF3-B83C-431A-9984-06750CB2D0F3}" type="pres">
      <dgm:prSet presAssocID="{0E30C94B-D92F-4CF1-AD58-368FB736C58E}" presName="composite" presStyleCnt="0"/>
      <dgm:spPr/>
    </dgm:pt>
    <dgm:pt modelId="{C10CA259-676D-48F1-AB3A-009523CFE33C}" type="pres">
      <dgm:prSet presAssocID="{0E30C94B-D92F-4CF1-AD58-368FB736C58E}" presName="ConnectorPoint" presStyleLbl="lnNode1" presStyleIdx="1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2A9D2CF-3077-4A8E-BC51-95D236F4B147}" type="pres">
      <dgm:prSet presAssocID="{0E30C94B-D92F-4CF1-AD58-368FB736C58E}" presName="DropPinPlaceHolder" presStyleCnt="0"/>
      <dgm:spPr/>
    </dgm:pt>
    <dgm:pt modelId="{00F58E74-7E0E-449A-8861-78D5C8AFE4F9}" type="pres">
      <dgm:prSet presAssocID="{0E30C94B-D92F-4CF1-AD58-368FB736C58E}" presName="DropPin" presStyleLbl="alignNode1" presStyleIdx="1" presStyleCnt="5"/>
      <dgm:spPr/>
    </dgm:pt>
    <dgm:pt modelId="{E17032D6-23F8-4E61-848F-1EE25061C8A7}" type="pres">
      <dgm:prSet presAssocID="{0E30C94B-D92F-4CF1-AD58-368FB736C58E}" presName="Ellipse" presStyleLbl="fgAcc1" presStyleIdx="2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FD1CCE22-02D2-4B8C-834F-9300D4315A07}" type="pres">
      <dgm:prSet presAssocID="{0E30C94B-D92F-4CF1-AD58-368FB736C58E}" presName="L2TextContainer" presStyleLbl="revTx" presStyleIdx="2" presStyleCnt="10">
        <dgm:presLayoutVars>
          <dgm:bulletEnabled val="1"/>
        </dgm:presLayoutVars>
      </dgm:prSet>
      <dgm:spPr/>
    </dgm:pt>
    <dgm:pt modelId="{36CE255B-5F2A-4EB0-9230-DB697DC75A4C}" type="pres">
      <dgm:prSet presAssocID="{0E30C94B-D92F-4CF1-AD58-368FB736C58E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2B9D9591-6A22-4A18-BB62-CFB047C93176}" type="pres">
      <dgm:prSet presAssocID="{0E30C94B-D92F-4CF1-AD58-368FB736C58E}" presName="ConnectLine" presStyleLbl="sibTrans1D1" presStyleIdx="1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9A357D6B-CAD8-45FD-9A71-1AA0BCC6FFCA}" type="pres">
      <dgm:prSet presAssocID="{0E30C94B-D92F-4CF1-AD58-368FB736C58E}" presName="EmptyPlaceHolder" presStyleCnt="0"/>
      <dgm:spPr/>
    </dgm:pt>
    <dgm:pt modelId="{93E1F813-2AF0-480B-93ED-5E5A6998F6A7}" type="pres">
      <dgm:prSet presAssocID="{63F53351-EDD8-4BCB-9C4C-CD6D4D189FB9}" presName="spaceBetweenRectangles" presStyleCnt="0"/>
      <dgm:spPr/>
    </dgm:pt>
    <dgm:pt modelId="{924A87D8-32EB-431A-AF63-7DE0426BD193}" type="pres">
      <dgm:prSet presAssocID="{C55426C6-C93E-46E0-A588-0C385614BB88}" presName="composite" presStyleCnt="0"/>
      <dgm:spPr/>
    </dgm:pt>
    <dgm:pt modelId="{1281E4E6-822D-48CE-A4BE-72DAD17BD4D3}" type="pres">
      <dgm:prSet presAssocID="{C55426C6-C93E-46E0-A588-0C385614BB88}" presName="ConnectorPoint" presStyleLbl="lnNode1" presStyleIdx="2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15FAE07-2AB6-41AA-BDB5-3583377AC5BD}" type="pres">
      <dgm:prSet presAssocID="{C55426C6-C93E-46E0-A588-0C385614BB88}" presName="DropPinPlaceHolder" presStyleCnt="0"/>
      <dgm:spPr/>
    </dgm:pt>
    <dgm:pt modelId="{A09C2DD0-533B-4F11-A94F-AA915A849D44}" type="pres">
      <dgm:prSet presAssocID="{C55426C6-C93E-46E0-A588-0C385614BB88}" presName="DropPin" presStyleLbl="alignNode1" presStyleIdx="2" presStyleCnt="5"/>
      <dgm:spPr/>
    </dgm:pt>
    <dgm:pt modelId="{1D5F8ABA-E50A-4BA8-A8B9-33042E35B57B}" type="pres">
      <dgm:prSet presAssocID="{C55426C6-C93E-46E0-A588-0C385614BB88}" presName="Ellipse" presStyleLbl="fgAcc1" presStyleIdx="3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E8B76158-CB01-479A-95E8-E607BABDBDE6}" type="pres">
      <dgm:prSet presAssocID="{C55426C6-C93E-46E0-A588-0C385614BB88}" presName="L2TextContainer" presStyleLbl="revTx" presStyleIdx="4" presStyleCnt="10">
        <dgm:presLayoutVars>
          <dgm:bulletEnabled val="1"/>
        </dgm:presLayoutVars>
      </dgm:prSet>
      <dgm:spPr/>
    </dgm:pt>
    <dgm:pt modelId="{CD0FF2A7-0FFE-42A3-AB05-3E1AEB6739F9}" type="pres">
      <dgm:prSet presAssocID="{C55426C6-C93E-46E0-A588-0C385614BB88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00706F17-A971-4308-9908-583E460E7910}" type="pres">
      <dgm:prSet presAssocID="{C55426C6-C93E-46E0-A588-0C385614BB88}" presName="ConnectLine" presStyleLbl="sibTrans1D1" presStyleIdx="2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85B62A6-B200-46BB-AF57-138F9CE9557C}" type="pres">
      <dgm:prSet presAssocID="{C55426C6-C93E-46E0-A588-0C385614BB88}" presName="EmptyPlaceHolder" presStyleCnt="0"/>
      <dgm:spPr/>
    </dgm:pt>
    <dgm:pt modelId="{9A9886C9-BA2E-43F9-9DE8-3857BCC989BC}" type="pres">
      <dgm:prSet presAssocID="{EA1B7BC4-B9CD-40BD-A883-0ED4F90D03C5}" presName="spaceBetweenRectangles" presStyleCnt="0"/>
      <dgm:spPr/>
    </dgm:pt>
    <dgm:pt modelId="{DC7B09DE-65E1-4F30-BA06-CA9C5CF83612}" type="pres">
      <dgm:prSet presAssocID="{AF202F07-2BF8-4949-A5D7-2DD96253006E}" presName="composite" presStyleCnt="0"/>
      <dgm:spPr/>
    </dgm:pt>
    <dgm:pt modelId="{17EA7D1D-6011-4918-996A-41A506A00692}" type="pres">
      <dgm:prSet presAssocID="{AF202F07-2BF8-4949-A5D7-2DD96253006E}" presName="ConnectorPoint" presStyleLbl="lnNode1" presStyleIdx="3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88C3F59-4C93-4CCF-BBEE-75D1B3E7D28C}" type="pres">
      <dgm:prSet presAssocID="{AF202F07-2BF8-4949-A5D7-2DD96253006E}" presName="DropPinPlaceHolder" presStyleCnt="0"/>
      <dgm:spPr/>
    </dgm:pt>
    <dgm:pt modelId="{03049D1E-DB43-4027-BFDB-129627E8CE99}" type="pres">
      <dgm:prSet presAssocID="{AF202F07-2BF8-4949-A5D7-2DD96253006E}" presName="DropPin" presStyleLbl="alignNode1" presStyleIdx="3" presStyleCnt="5"/>
      <dgm:spPr/>
    </dgm:pt>
    <dgm:pt modelId="{18E633DB-833D-4F97-9B9E-9AA1327892C3}" type="pres">
      <dgm:prSet presAssocID="{AF202F07-2BF8-4949-A5D7-2DD96253006E}" presName="Ellipse" presStyleLbl="fgAcc1" presStyleIdx="4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E65EFF5-5D4A-42FB-B522-8C862D2C25DD}" type="pres">
      <dgm:prSet presAssocID="{AF202F07-2BF8-4949-A5D7-2DD96253006E}" presName="L2TextContainer" presStyleLbl="revTx" presStyleIdx="6" presStyleCnt="10">
        <dgm:presLayoutVars>
          <dgm:bulletEnabled val="1"/>
        </dgm:presLayoutVars>
      </dgm:prSet>
      <dgm:spPr/>
    </dgm:pt>
    <dgm:pt modelId="{E9BE9D14-9B91-4024-87DB-7AC07221FF30}" type="pres">
      <dgm:prSet presAssocID="{AF202F07-2BF8-4949-A5D7-2DD96253006E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0BC688FF-5704-4217-B76E-450E53B70D28}" type="pres">
      <dgm:prSet presAssocID="{AF202F07-2BF8-4949-A5D7-2DD96253006E}" presName="ConnectLine" presStyleLbl="sibTrans1D1" presStyleIdx="3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B9B22DF5-AC48-4025-B542-81F9F25DEE4E}" type="pres">
      <dgm:prSet presAssocID="{AF202F07-2BF8-4949-A5D7-2DD96253006E}" presName="EmptyPlaceHolder" presStyleCnt="0"/>
      <dgm:spPr/>
    </dgm:pt>
    <dgm:pt modelId="{32F26F0D-496D-4700-8314-B1645A4B494C}" type="pres">
      <dgm:prSet presAssocID="{66F9472E-9534-42E5-AF25-3EB55739394D}" presName="spaceBetweenRectangles" presStyleCnt="0"/>
      <dgm:spPr/>
    </dgm:pt>
    <dgm:pt modelId="{47200FAE-3CF1-4A90-972A-A83DCA0FD13E}" type="pres">
      <dgm:prSet presAssocID="{64C269F3-7A3F-4D7C-96B0-D5F09AE07513}" presName="composite" presStyleCnt="0"/>
      <dgm:spPr/>
    </dgm:pt>
    <dgm:pt modelId="{C49A627D-2B8A-4050-A864-F0431DA847DD}" type="pres">
      <dgm:prSet presAssocID="{64C269F3-7A3F-4D7C-96B0-D5F09AE07513}" presName="ConnectorPoint" presStyleLbl="lnNode1" presStyleIdx="4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E58E719-989A-424F-BA92-71AF72F8B7B0}" type="pres">
      <dgm:prSet presAssocID="{64C269F3-7A3F-4D7C-96B0-D5F09AE07513}" presName="DropPinPlaceHolder" presStyleCnt="0"/>
      <dgm:spPr/>
    </dgm:pt>
    <dgm:pt modelId="{748BF677-6910-4B36-9F11-19197ECCCFE1}" type="pres">
      <dgm:prSet presAssocID="{64C269F3-7A3F-4D7C-96B0-D5F09AE07513}" presName="DropPin" presStyleLbl="alignNode1" presStyleIdx="4" presStyleCnt="5"/>
      <dgm:spPr/>
    </dgm:pt>
    <dgm:pt modelId="{EF15216D-122D-48CA-AA0D-02FF2D907ECC}" type="pres">
      <dgm:prSet presAssocID="{64C269F3-7A3F-4D7C-96B0-D5F09AE07513}" presName="Ellipse" presStyleLbl="fgAcc1" presStyleIdx="5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1BD0EF6-8B49-4CA1-982F-1D455DB68633}" type="pres">
      <dgm:prSet presAssocID="{64C269F3-7A3F-4D7C-96B0-D5F09AE07513}" presName="L2TextContainer" presStyleLbl="revTx" presStyleIdx="8" presStyleCnt="10">
        <dgm:presLayoutVars>
          <dgm:bulletEnabled val="1"/>
        </dgm:presLayoutVars>
      </dgm:prSet>
      <dgm:spPr/>
    </dgm:pt>
    <dgm:pt modelId="{3B3A62B1-F4EA-41AC-A081-839F201F846C}" type="pres">
      <dgm:prSet presAssocID="{64C269F3-7A3F-4D7C-96B0-D5F09AE07513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DA2C4B0A-D1CE-4B4E-ABAD-1322369A1E38}" type="pres">
      <dgm:prSet presAssocID="{64C269F3-7A3F-4D7C-96B0-D5F09AE07513}" presName="ConnectLine" presStyleLbl="sibTrans1D1" presStyleIdx="4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70AC786F-6B95-48D2-8F0E-F3E3F21013BF}" type="pres">
      <dgm:prSet presAssocID="{64C269F3-7A3F-4D7C-96B0-D5F09AE07513}" presName="EmptyPlaceHolder" presStyleCnt="0"/>
      <dgm:spPr/>
    </dgm:pt>
  </dgm:ptLst>
  <dgm:cxnLst>
    <dgm:cxn modelId="{51889506-7CA7-4FAC-B4AD-E2C2F7534FE7}" srcId="{EE07E510-6E35-4945-A485-0B50C8A10ECC}" destId="{0E30C94B-D92F-4CF1-AD58-368FB736C58E}" srcOrd="1" destOrd="0" parTransId="{74AAF22F-3883-4BFF-9D5B-68032EA299D0}" sibTransId="{63F53351-EDD8-4BCB-9C4C-CD6D4D189FB9}"/>
    <dgm:cxn modelId="{D3D0E32B-DC30-41FD-80C2-8824277DD095}" type="presOf" srcId="{22301786-6341-45A4-8F9B-0F7CAE037F46}" destId="{D230CDA0-AB99-42D2-ABAA-24E5D4B7575C}" srcOrd="0" destOrd="0" presId="urn:microsoft.com/office/officeart/2017/3/layout/DropPinTimeline"/>
    <dgm:cxn modelId="{A60D903C-9913-4328-99AC-70437C4893D5}" srcId="{EE07E510-6E35-4945-A485-0B50C8A10ECC}" destId="{64C269F3-7A3F-4D7C-96B0-D5F09AE07513}" srcOrd="4" destOrd="0" parTransId="{DABE992C-2049-4CCC-AA71-CF6FAC9B12AF}" sibTransId="{1033E895-FE64-47F1-A19E-487F0F087DC2}"/>
    <dgm:cxn modelId="{92700C4A-DEBB-48CE-9B2F-5208567A73A4}" srcId="{EE07E510-6E35-4945-A485-0B50C8A10ECC}" destId="{C55426C6-C93E-46E0-A588-0C385614BB88}" srcOrd="2" destOrd="0" parTransId="{05D2CB10-72CE-4E71-A2D1-5F0CA26DE936}" sibTransId="{EA1B7BC4-B9CD-40BD-A883-0ED4F90D03C5}"/>
    <dgm:cxn modelId="{CB743251-C762-4CAE-8266-56593E416ABE}" srcId="{EE07E510-6E35-4945-A485-0B50C8A10ECC}" destId="{AF202F07-2BF8-4949-A5D7-2DD96253006E}" srcOrd="3" destOrd="0" parTransId="{BEA33915-3C96-499C-97DA-78298D9D3ECC}" sibTransId="{66F9472E-9534-42E5-AF25-3EB55739394D}"/>
    <dgm:cxn modelId="{4F747E57-0D7A-46DC-9572-93F2C3F8D462}" type="presOf" srcId="{0E30C94B-D92F-4CF1-AD58-368FB736C58E}" destId="{36CE255B-5F2A-4EB0-9230-DB697DC75A4C}" srcOrd="0" destOrd="0" presId="urn:microsoft.com/office/officeart/2017/3/layout/DropPinTimeline"/>
    <dgm:cxn modelId="{4C3E3E7C-8BCA-440E-9F10-0670700747F8}" type="presOf" srcId="{64C269F3-7A3F-4D7C-96B0-D5F09AE07513}" destId="{3B3A62B1-F4EA-41AC-A081-839F201F846C}" srcOrd="0" destOrd="0" presId="urn:microsoft.com/office/officeart/2017/3/layout/DropPinTimeline"/>
    <dgm:cxn modelId="{ABE83BBD-7905-4B6D-8477-88940E03DB75}" type="presOf" srcId="{EE07E510-6E35-4945-A485-0B50C8A10ECC}" destId="{3CA6D3C0-09E5-4A05-987A-3050CFC4B1C9}" srcOrd="0" destOrd="0" presId="urn:microsoft.com/office/officeart/2017/3/layout/DropPinTimeline"/>
    <dgm:cxn modelId="{74A387C9-9D8A-4B4C-B7D8-1E0233744ED0}" type="presOf" srcId="{AF202F07-2BF8-4949-A5D7-2DD96253006E}" destId="{E9BE9D14-9B91-4024-87DB-7AC07221FF30}" srcOrd="0" destOrd="0" presId="urn:microsoft.com/office/officeart/2017/3/layout/DropPinTimeline"/>
    <dgm:cxn modelId="{E6E82ED3-00F3-45EA-B1D8-02819914B979}" type="presOf" srcId="{C55426C6-C93E-46E0-A588-0C385614BB88}" destId="{CD0FF2A7-0FFE-42A3-AB05-3E1AEB6739F9}" srcOrd="0" destOrd="0" presId="urn:microsoft.com/office/officeart/2017/3/layout/DropPinTimeline"/>
    <dgm:cxn modelId="{C82188D8-DF47-4ED2-A0A3-2C008EF191F0}" srcId="{EE07E510-6E35-4945-A485-0B50C8A10ECC}" destId="{22301786-6341-45A4-8F9B-0F7CAE037F46}" srcOrd="0" destOrd="0" parTransId="{CDB26D60-2E01-46CB-88DE-53ADED48E2D3}" sibTransId="{287FDF45-2924-4672-82D6-F2AEF95E223E}"/>
    <dgm:cxn modelId="{93360D32-4ACD-4684-850E-66DA614795BF}" type="presParOf" srcId="{3CA6D3C0-09E5-4A05-987A-3050CFC4B1C9}" destId="{4FEECB9F-643B-4480-8DAB-8B84D857630E}" srcOrd="0" destOrd="0" presId="urn:microsoft.com/office/officeart/2017/3/layout/DropPinTimeline"/>
    <dgm:cxn modelId="{35023701-FDE7-4078-B85B-4B2EDA8568CF}" type="presParOf" srcId="{3CA6D3C0-09E5-4A05-987A-3050CFC4B1C9}" destId="{53695716-757E-4E38-BF46-2AC8519B1741}" srcOrd="1" destOrd="0" presId="urn:microsoft.com/office/officeart/2017/3/layout/DropPinTimeline"/>
    <dgm:cxn modelId="{CED80709-A8E3-43ED-95D0-520E37156B1F}" type="presParOf" srcId="{53695716-757E-4E38-BF46-2AC8519B1741}" destId="{340254A0-EC2D-4903-98D8-33FB5CDFF0B8}" srcOrd="0" destOrd="0" presId="urn:microsoft.com/office/officeart/2017/3/layout/DropPinTimeline"/>
    <dgm:cxn modelId="{765555B8-3A6E-414D-8452-FB83779D6931}" type="presParOf" srcId="{340254A0-EC2D-4903-98D8-33FB5CDFF0B8}" destId="{96CCB975-B55F-4FF5-99D7-39C1AA76D100}" srcOrd="0" destOrd="0" presId="urn:microsoft.com/office/officeart/2017/3/layout/DropPinTimeline"/>
    <dgm:cxn modelId="{351066D3-D1B9-488A-96F2-4754C6C834E2}" type="presParOf" srcId="{340254A0-EC2D-4903-98D8-33FB5CDFF0B8}" destId="{3BC8CCBA-A8F9-4104-A619-CAD57C404306}" srcOrd="1" destOrd="0" presId="urn:microsoft.com/office/officeart/2017/3/layout/DropPinTimeline"/>
    <dgm:cxn modelId="{88E23F4A-DA12-4ADE-A889-ED15FCC90147}" type="presParOf" srcId="{3BC8CCBA-A8F9-4104-A619-CAD57C404306}" destId="{01ADBC28-00C0-4AC4-A932-0D7D4294F409}" srcOrd="0" destOrd="0" presId="urn:microsoft.com/office/officeart/2017/3/layout/DropPinTimeline"/>
    <dgm:cxn modelId="{83F86043-ECFC-43B6-A28E-A330E08A0817}" type="presParOf" srcId="{3BC8CCBA-A8F9-4104-A619-CAD57C404306}" destId="{A159C001-B2FD-42DE-B824-683B7F998D44}" srcOrd="1" destOrd="0" presId="urn:microsoft.com/office/officeart/2017/3/layout/DropPinTimeline"/>
    <dgm:cxn modelId="{2DA72396-762C-4168-92E8-BC5FA2432F6D}" type="presParOf" srcId="{340254A0-EC2D-4903-98D8-33FB5CDFF0B8}" destId="{6BB35929-4C13-492D-B54E-2B1079F796B7}" srcOrd="2" destOrd="0" presId="urn:microsoft.com/office/officeart/2017/3/layout/DropPinTimeline"/>
    <dgm:cxn modelId="{E36C2E1C-4258-46F6-8A45-8FB96046C59D}" type="presParOf" srcId="{340254A0-EC2D-4903-98D8-33FB5CDFF0B8}" destId="{D230CDA0-AB99-42D2-ABAA-24E5D4B7575C}" srcOrd="3" destOrd="0" presId="urn:microsoft.com/office/officeart/2017/3/layout/DropPinTimeline"/>
    <dgm:cxn modelId="{66153D90-7877-4417-B7FD-E7090F8DED3C}" type="presParOf" srcId="{340254A0-EC2D-4903-98D8-33FB5CDFF0B8}" destId="{B6893D94-0047-417B-A420-D020FA7094AC}" srcOrd="4" destOrd="0" presId="urn:microsoft.com/office/officeart/2017/3/layout/DropPinTimeline"/>
    <dgm:cxn modelId="{6ADB0DD3-C00D-4FC8-B870-7615531E3214}" type="presParOf" srcId="{340254A0-EC2D-4903-98D8-33FB5CDFF0B8}" destId="{CE0EE66C-8E99-46F9-AC0D-BACB8ADD2824}" srcOrd="5" destOrd="0" presId="urn:microsoft.com/office/officeart/2017/3/layout/DropPinTimeline"/>
    <dgm:cxn modelId="{C29D3E8C-9C35-4097-BC19-D89C3B9222E5}" type="presParOf" srcId="{53695716-757E-4E38-BF46-2AC8519B1741}" destId="{47D7A73F-1532-4AAA-9CDC-4C5460C2401E}" srcOrd="1" destOrd="0" presId="urn:microsoft.com/office/officeart/2017/3/layout/DropPinTimeline"/>
    <dgm:cxn modelId="{0AB4146E-1C1D-42ED-A1D0-112871512661}" type="presParOf" srcId="{53695716-757E-4E38-BF46-2AC8519B1741}" destId="{30043EF3-B83C-431A-9984-06750CB2D0F3}" srcOrd="2" destOrd="0" presId="urn:microsoft.com/office/officeart/2017/3/layout/DropPinTimeline"/>
    <dgm:cxn modelId="{AA43344C-BE28-4A80-A463-11647AD17520}" type="presParOf" srcId="{30043EF3-B83C-431A-9984-06750CB2D0F3}" destId="{C10CA259-676D-48F1-AB3A-009523CFE33C}" srcOrd="0" destOrd="0" presId="urn:microsoft.com/office/officeart/2017/3/layout/DropPinTimeline"/>
    <dgm:cxn modelId="{CE597495-9A11-4DBD-9CD3-7D13AC88329A}" type="presParOf" srcId="{30043EF3-B83C-431A-9984-06750CB2D0F3}" destId="{C2A9D2CF-3077-4A8E-BC51-95D236F4B147}" srcOrd="1" destOrd="0" presId="urn:microsoft.com/office/officeart/2017/3/layout/DropPinTimeline"/>
    <dgm:cxn modelId="{DD37615B-8DE6-443B-988D-C8CCB618DA7E}" type="presParOf" srcId="{C2A9D2CF-3077-4A8E-BC51-95D236F4B147}" destId="{00F58E74-7E0E-449A-8861-78D5C8AFE4F9}" srcOrd="0" destOrd="0" presId="urn:microsoft.com/office/officeart/2017/3/layout/DropPinTimeline"/>
    <dgm:cxn modelId="{25E32F03-D1CF-4A74-87F3-2C9D60AFA797}" type="presParOf" srcId="{C2A9D2CF-3077-4A8E-BC51-95D236F4B147}" destId="{E17032D6-23F8-4E61-848F-1EE25061C8A7}" srcOrd="1" destOrd="0" presId="urn:microsoft.com/office/officeart/2017/3/layout/DropPinTimeline"/>
    <dgm:cxn modelId="{25A7E68E-58A6-4480-BE5A-D16B26EC8992}" type="presParOf" srcId="{30043EF3-B83C-431A-9984-06750CB2D0F3}" destId="{FD1CCE22-02D2-4B8C-834F-9300D4315A07}" srcOrd="2" destOrd="0" presId="urn:microsoft.com/office/officeart/2017/3/layout/DropPinTimeline"/>
    <dgm:cxn modelId="{C1B01CF9-E26B-4911-B20F-0F7E4686CC16}" type="presParOf" srcId="{30043EF3-B83C-431A-9984-06750CB2D0F3}" destId="{36CE255B-5F2A-4EB0-9230-DB697DC75A4C}" srcOrd="3" destOrd="0" presId="urn:microsoft.com/office/officeart/2017/3/layout/DropPinTimeline"/>
    <dgm:cxn modelId="{9B30CBAA-FD29-4F9C-9DD1-1D5E31D03E65}" type="presParOf" srcId="{30043EF3-B83C-431A-9984-06750CB2D0F3}" destId="{2B9D9591-6A22-4A18-BB62-CFB047C93176}" srcOrd="4" destOrd="0" presId="urn:microsoft.com/office/officeart/2017/3/layout/DropPinTimeline"/>
    <dgm:cxn modelId="{37BD24A4-31B2-4C3F-94A7-A0C5B2F2BDE5}" type="presParOf" srcId="{30043EF3-B83C-431A-9984-06750CB2D0F3}" destId="{9A357D6B-CAD8-45FD-9A71-1AA0BCC6FFCA}" srcOrd="5" destOrd="0" presId="urn:microsoft.com/office/officeart/2017/3/layout/DropPinTimeline"/>
    <dgm:cxn modelId="{7032FF7D-3822-4AC8-A7DA-47D64CC394F5}" type="presParOf" srcId="{53695716-757E-4E38-BF46-2AC8519B1741}" destId="{93E1F813-2AF0-480B-93ED-5E5A6998F6A7}" srcOrd="3" destOrd="0" presId="urn:microsoft.com/office/officeart/2017/3/layout/DropPinTimeline"/>
    <dgm:cxn modelId="{61EB637D-B42E-4B08-A2BB-B08F550F8827}" type="presParOf" srcId="{53695716-757E-4E38-BF46-2AC8519B1741}" destId="{924A87D8-32EB-431A-AF63-7DE0426BD193}" srcOrd="4" destOrd="0" presId="urn:microsoft.com/office/officeart/2017/3/layout/DropPinTimeline"/>
    <dgm:cxn modelId="{3B492024-10EA-4D2A-88C6-8551D66A9E82}" type="presParOf" srcId="{924A87D8-32EB-431A-AF63-7DE0426BD193}" destId="{1281E4E6-822D-48CE-A4BE-72DAD17BD4D3}" srcOrd="0" destOrd="0" presId="urn:microsoft.com/office/officeart/2017/3/layout/DropPinTimeline"/>
    <dgm:cxn modelId="{A00EC08A-E701-4B47-93FA-BD116FD3E6F0}" type="presParOf" srcId="{924A87D8-32EB-431A-AF63-7DE0426BD193}" destId="{D15FAE07-2AB6-41AA-BDB5-3583377AC5BD}" srcOrd="1" destOrd="0" presId="urn:microsoft.com/office/officeart/2017/3/layout/DropPinTimeline"/>
    <dgm:cxn modelId="{CCABED59-BCF8-41D9-910F-D60445056510}" type="presParOf" srcId="{D15FAE07-2AB6-41AA-BDB5-3583377AC5BD}" destId="{A09C2DD0-533B-4F11-A94F-AA915A849D44}" srcOrd="0" destOrd="0" presId="urn:microsoft.com/office/officeart/2017/3/layout/DropPinTimeline"/>
    <dgm:cxn modelId="{DAC1A580-87F6-4A6A-861C-934D524EABC8}" type="presParOf" srcId="{D15FAE07-2AB6-41AA-BDB5-3583377AC5BD}" destId="{1D5F8ABA-E50A-4BA8-A8B9-33042E35B57B}" srcOrd="1" destOrd="0" presId="urn:microsoft.com/office/officeart/2017/3/layout/DropPinTimeline"/>
    <dgm:cxn modelId="{4CBDDF96-1FC9-4B52-A794-BF0752B14866}" type="presParOf" srcId="{924A87D8-32EB-431A-AF63-7DE0426BD193}" destId="{E8B76158-CB01-479A-95E8-E607BABDBDE6}" srcOrd="2" destOrd="0" presId="urn:microsoft.com/office/officeart/2017/3/layout/DropPinTimeline"/>
    <dgm:cxn modelId="{7F0220EC-EA5D-48FF-BFAD-604C7333C6FD}" type="presParOf" srcId="{924A87D8-32EB-431A-AF63-7DE0426BD193}" destId="{CD0FF2A7-0FFE-42A3-AB05-3E1AEB6739F9}" srcOrd="3" destOrd="0" presId="urn:microsoft.com/office/officeart/2017/3/layout/DropPinTimeline"/>
    <dgm:cxn modelId="{CBD3DD03-AEAC-4377-ACCE-B7B3ABB6AA87}" type="presParOf" srcId="{924A87D8-32EB-431A-AF63-7DE0426BD193}" destId="{00706F17-A971-4308-9908-583E460E7910}" srcOrd="4" destOrd="0" presId="urn:microsoft.com/office/officeart/2017/3/layout/DropPinTimeline"/>
    <dgm:cxn modelId="{881CEE06-1B1B-4359-AB09-9794BA6E4DA4}" type="presParOf" srcId="{924A87D8-32EB-431A-AF63-7DE0426BD193}" destId="{285B62A6-B200-46BB-AF57-138F9CE9557C}" srcOrd="5" destOrd="0" presId="urn:microsoft.com/office/officeart/2017/3/layout/DropPinTimeline"/>
    <dgm:cxn modelId="{82A7C3FA-5251-4766-A1FB-4FE6024818AF}" type="presParOf" srcId="{53695716-757E-4E38-BF46-2AC8519B1741}" destId="{9A9886C9-BA2E-43F9-9DE8-3857BCC989BC}" srcOrd="5" destOrd="0" presId="urn:microsoft.com/office/officeart/2017/3/layout/DropPinTimeline"/>
    <dgm:cxn modelId="{C0DBBD0C-0238-47F8-A026-F3D9ED14CF0F}" type="presParOf" srcId="{53695716-757E-4E38-BF46-2AC8519B1741}" destId="{DC7B09DE-65E1-4F30-BA06-CA9C5CF83612}" srcOrd="6" destOrd="0" presId="urn:microsoft.com/office/officeart/2017/3/layout/DropPinTimeline"/>
    <dgm:cxn modelId="{CC672D09-6311-45E4-A783-14F4E8D8EA27}" type="presParOf" srcId="{DC7B09DE-65E1-4F30-BA06-CA9C5CF83612}" destId="{17EA7D1D-6011-4918-996A-41A506A00692}" srcOrd="0" destOrd="0" presId="urn:microsoft.com/office/officeart/2017/3/layout/DropPinTimeline"/>
    <dgm:cxn modelId="{E15262F6-EF6E-4DF2-B13F-3A8A6CABA4FD}" type="presParOf" srcId="{DC7B09DE-65E1-4F30-BA06-CA9C5CF83612}" destId="{A88C3F59-4C93-4CCF-BBEE-75D1B3E7D28C}" srcOrd="1" destOrd="0" presId="urn:microsoft.com/office/officeart/2017/3/layout/DropPinTimeline"/>
    <dgm:cxn modelId="{D28DB120-A2B9-471A-97BD-A72720DDD68F}" type="presParOf" srcId="{A88C3F59-4C93-4CCF-BBEE-75D1B3E7D28C}" destId="{03049D1E-DB43-4027-BFDB-129627E8CE99}" srcOrd="0" destOrd="0" presId="urn:microsoft.com/office/officeart/2017/3/layout/DropPinTimeline"/>
    <dgm:cxn modelId="{BD072E6D-02AC-43FF-86B2-C4C936E90D02}" type="presParOf" srcId="{A88C3F59-4C93-4CCF-BBEE-75D1B3E7D28C}" destId="{18E633DB-833D-4F97-9B9E-9AA1327892C3}" srcOrd="1" destOrd="0" presId="urn:microsoft.com/office/officeart/2017/3/layout/DropPinTimeline"/>
    <dgm:cxn modelId="{33E3C3F7-7B58-4994-A2DC-3CCCF7204E05}" type="presParOf" srcId="{DC7B09DE-65E1-4F30-BA06-CA9C5CF83612}" destId="{DE65EFF5-5D4A-42FB-B522-8C862D2C25DD}" srcOrd="2" destOrd="0" presId="urn:microsoft.com/office/officeart/2017/3/layout/DropPinTimeline"/>
    <dgm:cxn modelId="{779A1EF1-B6CB-48BB-9FD9-BC9272042D22}" type="presParOf" srcId="{DC7B09DE-65E1-4F30-BA06-CA9C5CF83612}" destId="{E9BE9D14-9B91-4024-87DB-7AC07221FF30}" srcOrd="3" destOrd="0" presId="urn:microsoft.com/office/officeart/2017/3/layout/DropPinTimeline"/>
    <dgm:cxn modelId="{8B4CA331-806F-4812-8C02-603F14525CD4}" type="presParOf" srcId="{DC7B09DE-65E1-4F30-BA06-CA9C5CF83612}" destId="{0BC688FF-5704-4217-B76E-450E53B70D28}" srcOrd="4" destOrd="0" presId="urn:microsoft.com/office/officeart/2017/3/layout/DropPinTimeline"/>
    <dgm:cxn modelId="{B92CB427-C425-4D14-B702-5D8926D69500}" type="presParOf" srcId="{DC7B09DE-65E1-4F30-BA06-CA9C5CF83612}" destId="{B9B22DF5-AC48-4025-B542-81F9F25DEE4E}" srcOrd="5" destOrd="0" presId="urn:microsoft.com/office/officeart/2017/3/layout/DropPinTimeline"/>
    <dgm:cxn modelId="{2D43029A-9FF4-4909-9124-DDBEF2F167FC}" type="presParOf" srcId="{53695716-757E-4E38-BF46-2AC8519B1741}" destId="{32F26F0D-496D-4700-8314-B1645A4B494C}" srcOrd="7" destOrd="0" presId="urn:microsoft.com/office/officeart/2017/3/layout/DropPinTimeline"/>
    <dgm:cxn modelId="{A8159D42-4712-4983-9709-FE282DECC8E4}" type="presParOf" srcId="{53695716-757E-4E38-BF46-2AC8519B1741}" destId="{47200FAE-3CF1-4A90-972A-A83DCA0FD13E}" srcOrd="8" destOrd="0" presId="urn:microsoft.com/office/officeart/2017/3/layout/DropPinTimeline"/>
    <dgm:cxn modelId="{D934E9C9-66F8-480A-A68E-B521244AECAC}" type="presParOf" srcId="{47200FAE-3CF1-4A90-972A-A83DCA0FD13E}" destId="{C49A627D-2B8A-4050-A864-F0431DA847DD}" srcOrd="0" destOrd="0" presId="urn:microsoft.com/office/officeart/2017/3/layout/DropPinTimeline"/>
    <dgm:cxn modelId="{F0B097B9-B5E3-4390-8C72-D129A6820A00}" type="presParOf" srcId="{47200FAE-3CF1-4A90-972A-A83DCA0FD13E}" destId="{9E58E719-989A-424F-BA92-71AF72F8B7B0}" srcOrd="1" destOrd="0" presId="urn:microsoft.com/office/officeart/2017/3/layout/DropPinTimeline"/>
    <dgm:cxn modelId="{17CCF6F5-98E1-498C-B6F2-88B875AF9E04}" type="presParOf" srcId="{9E58E719-989A-424F-BA92-71AF72F8B7B0}" destId="{748BF677-6910-4B36-9F11-19197ECCCFE1}" srcOrd="0" destOrd="0" presId="urn:microsoft.com/office/officeart/2017/3/layout/DropPinTimeline"/>
    <dgm:cxn modelId="{8802443E-71BE-4D2D-B23D-467D226DD6C8}" type="presParOf" srcId="{9E58E719-989A-424F-BA92-71AF72F8B7B0}" destId="{EF15216D-122D-48CA-AA0D-02FF2D907ECC}" srcOrd="1" destOrd="0" presId="urn:microsoft.com/office/officeart/2017/3/layout/DropPinTimeline"/>
    <dgm:cxn modelId="{374D84D5-7168-4328-8D79-AB3BF6173B8E}" type="presParOf" srcId="{47200FAE-3CF1-4A90-972A-A83DCA0FD13E}" destId="{91BD0EF6-8B49-4CA1-982F-1D455DB68633}" srcOrd="2" destOrd="0" presId="urn:microsoft.com/office/officeart/2017/3/layout/DropPinTimeline"/>
    <dgm:cxn modelId="{29E57B0E-E4CA-448C-B38E-820493FB9EB0}" type="presParOf" srcId="{47200FAE-3CF1-4A90-972A-A83DCA0FD13E}" destId="{3B3A62B1-F4EA-41AC-A081-839F201F846C}" srcOrd="3" destOrd="0" presId="urn:microsoft.com/office/officeart/2017/3/layout/DropPinTimeline"/>
    <dgm:cxn modelId="{66117093-3FDD-4EB7-BDF5-84433B6B8732}" type="presParOf" srcId="{47200FAE-3CF1-4A90-972A-A83DCA0FD13E}" destId="{DA2C4B0A-D1CE-4B4E-ABAD-1322369A1E38}" srcOrd="4" destOrd="0" presId="urn:microsoft.com/office/officeart/2017/3/layout/DropPinTimeline"/>
    <dgm:cxn modelId="{E9F53E32-2418-4A01-8316-AFD6BF17B5FF}" type="presParOf" srcId="{47200FAE-3CF1-4A90-972A-A83DCA0FD13E}" destId="{70AC786F-6B95-48D2-8F0E-F3E3F21013BF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EECB9F-643B-4480-8DAB-8B84D857630E}">
      <dsp:nvSpPr>
        <dsp:cNvPr id="0" name=""/>
        <dsp:cNvSpPr/>
      </dsp:nvSpPr>
      <dsp:spPr>
        <a:xfrm>
          <a:off x="0" y="2020273"/>
          <a:ext cx="5462531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DBC28-00C0-4AC4-A932-0D7D4294F409}">
      <dsp:nvSpPr>
        <dsp:cNvPr id="0" name=""/>
        <dsp:cNvSpPr/>
      </dsp:nvSpPr>
      <dsp:spPr>
        <a:xfrm rot="8100000">
          <a:off x="61625" y="482354"/>
          <a:ext cx="283958" cy="283958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9C001-B2FD-42DE-B824-683B7F998D44}">
      <dsp:nvSpPr>
        <dsp:cNvPr id="0" name=""/>
        <dsp:cNvSpPr/>
      </dsp:nvSpPr>
      <dsp:spPr>
        <a:xfrm>
          <a:off x="93171" y="513899"/>
          <a:ext cx="220867" cy="22086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B35929-4C13-492D-B54E-2B1079F796B7}">
      <dsp:nvSpPr>
        <dsp:cNvPr id="0" name=""/>
        <dsp:cNvSpPr/>
      </dsp:nvSpPr>
      <dsp:spPr>
        <a:xfrm>
          <a:off x="404393" y="837920"/>
          <a:ext cx="1425963" cy="12158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30CDA0-AB99-42D2-ABAA-24E5D4B7575C}">
      <dsp:nvSpPr>
        <dsp:cNvPr id="0" name=""/>
        <dsp:cNvSpPr/>
      </dsp:nvSpPr>
      <dsp:spPr>
        <a:xfrm>
          <a:off x="404393" y="410745"/>
          <a:ext cx="1425963" cy="42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0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Recepción</a:t>
          </a:r>
        </a:p>
      </dsp:txBody>
      <dsp:txXfrm>
        <a:off x="404393" y="410745"/>
        <a:ext cx="1425963" cy="427175"/>
      </dsp:txXfrm>
    </dsp:sp>
    <dsp:sp modelId="{B6893D94-0047-417B-A420-D020FA7094AC}">
      <dsp:nvSpPr>
        <dsp:cNvPr id="0" name=""/>
        <dsp:cNvSpPr/>
      </dsp:nvSpPr>
      <dsp:spPr>
        <a:xfrm>
          <a:off x="203604" y="837920"/>
          <a:ext cx="0" cy="121580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CCB975-B55F-4FF5-99D7-39C1AA76D100}">
      <dsp:nvSpPr>
        <dsp:cNvPr id="0" name=""/>
        <dsp:cNvSpPr/>
      </dsp:nvSpPr>
      <dsp:spPr>
        <a:xfrm>
          <a:off x="180261" y="2015281"/>
          <a:ext cx="72283" cy="768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58E74-7E0E-449A-8861-78D5C8AFE4F9}">
      <dsp:nvSpPr>
        <dsp:cNvPr id="0" name=""/>
        <dsp:cNvSpPr/>
      </dsp:nvSpPr>
      <dsp:spPr>
        <a:xfrm rot="18900000">
          <a:off x="968965" y="3341142"/>
          <a:ext cx="283958" cy="283958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7032D6-23F8-4E61-848F-1EE25061C8A7}">
      <dsp:nvSpPr>
        <dsp:cNvPr id="0" name=""/>
        <dsp:cNvSpPr/>
      </dsp:nvSpPr>
      <dsp:spPr>
        <a:xfrm>
          <a:off x="1000510" y="3372688"/>
          <a:ext cx="220867" cy="22086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CCE22-02D2-4B8C-834F-9300D4315A07}">
      <dsp:nvSpPr>
        <dsp:cNvPr id="0" name=""/>
        <dsp:cNvSpPr/>
      </dsp:nvSpPr>
      <dsp:spPr>
        <a:xfrm>
          <a:off x="1311733" y="2053727"/>
          <a:ext cx="1425963" cy="12158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CE255B-5F2A-4EB0-9230-DB697DC75A4C}">
      <dsp:nvSpPr>
        <dsp:cNvPr id="0" name=""/>
        <dsp:cNvSpPr/>
      </dsp:nvSpPr>
      <dsp:spPr>
        <a:xfrm>
          <a:off x="1311733" y="3269534"/>
          <a:ext cx="1425963" cy="42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0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Instalación</a:t>
          </a:r>
        </a:p>
      </dsp:txBody>
      <dsp:txXfrm>
        <a:off x="1311733" y="3269534"/>
        <a:ext cx="1425963" cy="427175"/>
      </dsp:txXfrm>
    </dsp:sp>
    <dsp:sp modelId="{2B9D9591-6A22-4A18-BB62-CFB047C93176}">
      <dsp:nvSpPr>
        <dsp:cNvPr id="0" name=""/>
        <dsp:cNvSpPr/>
      </dsp:nvSpPr>
      <dsp:spPr>
        <a:xfrm>
          <a:off x="1110944" y="2053727"/>
          <a:ext cx="0" cy="121580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0CA259-676D-48F1-AB3A-009523CFE33C}">
      <dsp:nvSpPr>
        <dsp:cNvPr id="0" name=""/>
        <dsp:cNvSpPr/>
      </dsp:nvSpPr>
      <dsp:spPr>
        <a:xfrm>
          <a:off x="1087601" y="2015281"/>
          <a:ext cx="72283" cy="768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C2DD0-533B-4F11-A94F-AA915A849D44}">
      <dsp:nvSpPr>
        <dsp:cNvPr id="0" name=""/>
        <dsp:cNvSpPr/>
      </dsp:nvSpPr>
      <dsp:spPr>
        <a:xfrm rot="8100000">
          <a:off x="1876304" y="482354"/>
          <a:ext cx="283958" cy="283958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F8ABA-E50A-4BA8-A8B9-33042E35B57B}">
      <dsp:nvSpPr>
        <dsp:cNvPr id="0" name=""/>
        <dsp:cNvSpPr/>
      </dsp:nvSpPr>
      <dsp:spPr>
        <a:xfrm>
          <a:off x="1907849" y="513899"/>
          <a:ext cx="220867" cy="22086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B76158-CB01-479A-95E8-E607BABDBDE6}">
      <dsp:nvSpPr>
        <dsp:cNvPr id="0" name=""/>
        <dsp:cNvSpPr/>
      </dsp:nvSpPr>
      <dsp:spPr>
        <a:xfrm>
          <a:off x="2219072" y="837920"/>
          <a:ext cx="1425963" cy="12158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0FF2A7-0FFE-42A3-AB05-3E1AEB6739F9}">
      <dsp:nvSpPr>
        <dsp:cNvPr id="0" name=""/>
        <dsp:cNvSpPr/>
      </dsp:nvSpPr>
      <dsp:spPr>
        <a:xfrm>
          <a:off x="2219072" y="410745"/>
          <a:ext cx="1425963" cy="42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0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Conexión</a:t>
          </a:r>
        </a:p>
      </dsp:txBody>
      <dsp:txXfrm>
        <a:off x="2219072" y="410745"/>
        <a:ext cx="1425963" cy="427175"/>
      </dsp:txXfrm>
    </dsp:sp>
    <dsp:sp modelId="{00706F17-A971-4308-9908-583E460E7910}">
      <dsp:nvSpPr>
        <dsp:cNvPr id="0" name=""/>
        <dsp:cNvSpPr/>
      </dsp:nvSpPr>
      <dsp:spPr>
        <a:xfrm>
          <a:off x="2018283" y="837920"/>
          <a:ext cx="0" cy="121580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81E4E6-822D-48CE-A4BE-72DAD17BD4D3}">
      <dsp:nvSpPr>
        <dsp:cNvPr id="0" name=""/>
        <dsp:cNvSpPr/>
      </dsp:nvSpPr>
      <dsp:spPr>
        <a:xfrm>
          <a:off x="1994940" y="2015281"/>
          <a:ext cx="72283" cy="768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49D1E-DB43-4027-BFDB-129627E8CE99}">
      <dsp:nvSpPr>
        <dsp:cNvPr id="0" name=""/>
        <dsp:cNvSpPr/>
      </dsp:nvSpPr>
      <dsp:spPr>
        <a:xfrm rot="18900000">
          <a:off x="2783643" y="3341142"/>
          <a:ext cx="283958" cy="283958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633DB-833D-4F97-9B9E-9AA1327892C3}">
      <dsp:nvSpPr>
        <dsp:cNvPr id="0" name=""/>
        <dsp:cNvSpPr/>
      </dsp:nvSpPr>
      <dsp:spPr>
        <a:xfrm>
          <a:off x="2815189" y="3372688"/>
          <a:ext cx="220867" cy="22086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5EFF5-5D4A-42FB-B522-8C862D2C25DD}">
      <dsp:nvSpPr>
        <dsp:cNvPr id="0" name=""/>
        <dsp:cNvSpPr/>
      </dsp:nvSpPr>
      <dsp:spPr>
        <a:xfrm>
          <a:off x="3126411" y="2053727"/>
          <a:ext cx="1425963" cy="12158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BE9D14-9B91-4024-87DB-7AC07221FF30}">
      <dsp:nvSpPr>
        <dsp:cNvPr id="0" name=""/>
        <dsp:cNvSpPr/>
      </dsp:nvSpPr>
      <dsp:spPr>
        <a:xfrm>
          <a:off x="3126411" y="3269534"/>
          <a:ext cx="1425963" cy="42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1430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800" b="1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Sistema 815</a:t>
          </a:r>
        </a:p>
      </dsp:txBody>
      <dsp:txXfrm>
        <a:off x="3126411" y="3269534"/>
        <a:ext cx="1425963" cy="427175"/>
      </dsp:txXfrm>
    </dsp:sp>
    <dsp:sp modelId="{0BC688FF-5704-4217-B76E-450E53B70D28}">
      <dsp:nvSpPr>
        <dsp:cNvPr id="0" name=""/>
        <dsp:cNvSpPr/>
      </dsp:nvSpPr>
      <dsp:spPr>
        <a:xfrm>
          <a:off x="2925623" y="2053727"/>
          <a:ext cx="0" cy="121580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EA7D1D-6011-4918-996A-41A506A00692}">
      <dsp:nvSpPr>
        <dsp:cNvPr id="0" name=""/>
        <dsp:cNvSpPr/>
      </dsp:nvSpPr>
      <dsp:spPr>
        <a:xfrm>
          <a:off x="2902279" y="2015281"/>
          <a:ext cx="72283" cy="768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BF677-6910-4B36-9F11-19197ECCCFE1}">
      <dsp:nvSpPr>
        <dsp:cNvPr id="0" name=""/>
        <dsp:cNvSpPr/>
      </dsp:nvSpPr>
      <dsp:spPr>
        <a:xfrm rot="8100000">
          <a:off x="3690983" y="482354"/>
          <a:ext cx="283958" cy="283958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5216D-122D-48CA-AA0D-02FF2D907ECC}">
      <dsp:nvSpPr>
        <dsp:cNvPr id="0" name=""/>
        <dsp:cNvSpPr/>
      </dsp:nvSpPr>
      <dsp:spPr>
        <a:xfrm>
          <a:off x="3722528" y="513899"/>
          <a:ext cx="220867" cy="22086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BD0EF6-8B49-4CA1-982F-1D455DB68633}">
      <dsp:nvSpPr>
        <dsp:cNvPr id="0" name=""/>
        <dsp:cNvSpPr/>
      </dsp:nvSpPr>
      <dsp:spPr>
        <a:xfrm>
          <a:off x="4033751" y="837920"/>
          <a:ext cx="1425963" cy="12158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3A62B1-F4EA-41AC-A081-839F201F846C}">
      <dsp:nvSpPr>
        <dsp:cNvPr id="0" name=""/>
        <dsp:cNvSpPr/>
      </dsp:nvSpPr>
      <dsp:spPr>
        <a:xfrm>
          <a:off x="4033751" y="410745"/>
          <a:ext cx="1425963" cy="42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223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850" b="1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Verificaciones</a:t>
          </a:r>
        </a:p>
      </dsp:txBody>
      <dsp:txXfrm>
        <a:off x="4033751" y="410745"/>
        <a:ext cx="1425963" cy="427175"/>
      </dsp:txXfrm>
    </dsp:sp>
    <dsp:sp modelId="{DA2C4B0A-D1CE-4B4E-ABAD-1322369A1E38}">
      <dsp:nvSpPr>
        <dsp:cNvPr id="0" name=""/>
        <dsp:cNvSpPr/>
      </dsp:nvSpPr>
      <dsp:spPr>
        <a:xfrm>
          <a:off x="3832962" y="837920"/>
          <a:ext cx="0" cy="121580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9A627D-2B8A-4050-A864-F0431DA847DD}">
      <dsp:nvSpPr>
        <dsp:cNvPr id="0" name=""/>
        <dsp:cNvSpPr/>
      </dsp:nvSpPr>
      <dsp:spPr>
        <a:xfrm>
          <a:off x="3809619" y="2015281"/>
          <a:ext cx="72283" cy="768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86E1F61-3333-9F82-0381-C34D159CD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56C1-2A84-21CD-F6B1-DC50300E57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8D223-FE8C-0948-968B-8CBAF1486272}" type="datetimeFigureOut">
              <a:rPr lang="en-VE" smtClean="0"/>
              <a:t>06/04/2025</a:t>
            </a:fld>
            <a:endParaRPr lang="en-V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A1AA04-2064-081E-1A0B-4F3F61E708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B10BC-52D5-D819-9E36-4A23F994E2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3C1AD-16F5-074F-88E5-B6B1E67D5CEE}" type="slidenum">
              <a:rPr lang="en-VE" smtClean="0"/>
              <a:t>‹Nº›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31081635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9DCBE-7D74-4645-B737-EC023E0D74EC}" type="datetimeFigureOut">
              <a:rPr lang="en-VE" smtClean="0"/>
              <a:t>06/02/2025</a:t>
            </a:fld>
            <a:endParaRPr lang="en-V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D352A-5E0F-9E45-BABA-7ACB36EC14AC}" type="slidenum">
              <a:rPr lang="en-VE" smtClean="0"/>
              <a:t>‹Nº›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2688753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D352A-5E0F-9E45-BABA-7ACB36EC14AC}" type="slidenum">
              <a:rPr lang="en-VE" smtClean="0"/>
              <a:t>5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3812882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Chequear el contenido del texto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Se visualiza mucho texto, lo ideal seria resumir y puntualizar </a:t>
            </a:r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D352A-5E0F-9E45-BABA-7ACB36EC14AC}" type="slidenum">
              <a:rPr lang="en-VE" smtClean="0"/>
              <a:t>6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1136560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Chequear el contenido del texto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Se visualiza mucho texto, lo ideal seria resumir y puntualizar </a:t>
            </a:r>
            <a:endParaRPr lang="es-419" dirty="0"/>
          </a:p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D352A-5E0F-9E45-BABA-7ACB36EC14AC}" type="slidenum">
              <a:rPr lang="en-VE" smtClean="0"/>
              <a:t>7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1169966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Chequear el contenido del texto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Se visualiza mucho texto, lo ideal seria resumir y puntualizar </a:t>
            </a:r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D352A-5E0F-9E45-BABA-7ACB36EC14AC}" type="slidenum">
              <a:rPr lang="en-VE" smtClean="0"/>
              <a:t>8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3789777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D352A-5E0F-9E45-BABA-7ACB36EC14AC}" type="slidenum">
              <a:rPr lang="en-VE" smtClean="0"/>
              <a:t>11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3516063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D352A-5E0F-9E45-BABA-7ACB36EC14AC}" type="slidenum">
              <a:rPr lang="en-VE" smtClean="0"/>
              <a:t>13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1817358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D352A-5E0F-9E45-BABA-7ACB36EC14AC}" type="slidenum">
              <a:rPr lang="en-VE" smtClean="0"/>
              <a:t>19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3419356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D352A-5E0F-9E45-BABA-7ACB36EC14AC}" type="slidenum">
              <a:rPr lang="en-VE" smtClean="0"/>
              <a:t>20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3621406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D352A-5E0F-9E45-BABA-7ACB36EC14AC}" type="slidenum">
              <a:rPr lang="en-VE" smtClean="0"/>
              <a:t>21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262692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D352A-5E0F-9E45-BABA-7ACB36EC14AC}" type="slidenum">
              <a:rPr lang="en-VE" smtClean="0"/>
              <a:t>22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2826537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1DAD5C7-4B29-FEFA-18B3-0FD614723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808432"/>
            <a:ext cx="9144000" cy="81064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793B4-23A9-67F0-781F-AF49E85B0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416" y="3478280"/>
            <a:ext cx="9055286" cy="8106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V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F5B42F-B69D-65A6-4E29-39C703007651}"/>
              </a:ext>
            </a:extLst>
          </p:cNvPr>
          <p:cNvCxnSpPr>
            <a:cxnSpLocks/>
          </p:cNvCxnSpPr>
          <p:nvPr userDrawn="1"/>
        </p:nvCxnSpPr>
        <p:spPr>
          <a:xfrm>
            <a:off x="839416" y="6003819"/>
            <a:ext cx="2999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B6097EF-8852-36EE-7C77-6754E327DE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416" y="617347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4" name="Picture 8">
            <a:extLst>
              <a:ext uri="{FF2B5EF4-FFF2-40B4-BE49-F238E27FC236}">
                <a16:creationId xmlns:a16="http://schemas.microsoft.com/office/drawing/2014/main" id="{C99A5273-7FE9-8276-4281-53A6482CA48C}"/>
              </a:ext>
            </a:extLst>
          </p:cNvPr>
          <p:cNvGrpSpPr/>
          <p:nvPr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A0A5E8BC-498E-D166-4305-12F1717EE7C9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B49C00EF-B036-1CCB-CB4E-59BAB63DD70B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DFFFF9E3-68EC-F946-C881-6E16AAADC24F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8A59FF80-BC11-B035-29D8-7FE153C756EF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7959AF49-A696-B9E4-6C90-8B3754D7BE4C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654446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D1D30F-8F92-DCFF-437E-4D50F5829D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808432"/>
            <a:ext cx="9144000" cy="81064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793B4-23A9-67F0-781F-AF49E85B0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416" y="3478280"/>
            <a:ext cx="9055286" cy="8106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V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F5B42F-B69D-65A6-4E29-39C703007651}"/>
              </a:ext>
            </a:extLst>
          </p:cNvPr>
          <p:cNvCxnSpPr>
            <a:cxnSpLocks/>
          </p:cNvCxnSpPr>
          <p:nvPr userDrawn="1"/>
        </p:nvCxnSpPr>
        <p:spPr>
          <a:xfrm>
            <a:off x="839416" y="6003819"/>
            <a:ext cx="2999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B6097EF-8852-36EE-7C77-6754E327DE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416" y="617347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6" name="Picture 8">
            <a:extLst>
              <a:ext uri="{FF2B5EF4-FFF2-40B4-BE49-F238E27FC236}">
                <a16:creationId xmlns:a16="http://schemas.microsoft.com/office/drawing/2014/main" id="{86316A08-E3A9-27FA-F2F5-92E0E9C459DC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99BF53BC-F575-1B23-3134-3EB7742AAD24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56F03189-EAB5-102A-7726-ACB3EDF8F737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762C78E9-F7B6-D385-9D39-07B45550C0B1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E420100C-478B-CC4D-D0FE-E0F9C51D748B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81FB7630-369B-6E95-863D-588AFDB02FF9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4416157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E00111-EB7C-34F9-4648-684C762789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808432"/>
            <a:ext cx="9144000" cy="81064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793B4-23A9-67F0-781F-AF49E85B0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416" y="3478280"/>
            <a:ext cx="9055286" cy="8106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V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F5B42F-B69D-65A6-4E29-39C703007651}"/>
              </a:ext>
            </a:extLst>
          </p:cNvPr>
          <p:cNvCxnSpPr>
            <a:cxnSpLocks/>
          </p:cNvCxnSpPr>
          <p:nvPr userDrawn="1"/>
        </p:nvCxnSpPr>
        <p:spPr>
          <a:xfrm>
            <a:off x="839416" y="6003819"/>
            <a:ext cx="2999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B6097EF-8852-36EE-7C77-6754E327DE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416" y="617347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5" name="Picture 8">
            <a:extLst>
              <a:ext uri="{FF2B5EF4-FFF2-40B4-BE49-F238E27FC236}">
                <a16:creationId xmlns:a16="http://schemas.microsoft.com/office/drawing/2014/main" id="{DEBF30A0-13ED-44E2-FDB3-8E10F64DFC1A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0792347-DBDB-E919-5721-15BF06346298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BBE92D17-45E8-1762-2B7B-E1DE5799071C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ACC9EC74-F924-F4C0-DED6-2F6E095B2F49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6B4F5218-7815-05C6-7784-12CB69B7834E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3B16E256-EA92-C507-98C3-67C9E14496EC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4009995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317A36B0-1E33-6E83-7340-A7D6A8AB8D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2562" y="0"/>
            <a:ext cx="4407718" cy="6858000"/>
          </a:xfrm>
          <a:prstGeom prst="roundRect">
            <a:avLst>
              <a:gd name="adj" fmla="val 0"/>
            </a:avLst>
          </a:pr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ID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CC116-A3AC-CB88-7202-A7FF866D9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6727"/>
            <a:ext cx="6600825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rgbClr val="0055B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E788483-0741-792C-7A08-634F98B547C0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C9F0C57-537D-3F1C-FC4E-D1E18C9F96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2327309"/>
            <a:ext cx="6600824" cy="2610451"/>
          </a:xfrm>
          <a:prstGeom prst="rect">
            <a:avLst/>
          </a:prstGeom>
        </p:spPr>
        <p:txBody>
          <a:bodyPr numCol="1"/>
          <a:lstStyle>
            <a:lvl1pPr marL="0" indent="0">
              <a:spcBef>
                <a:spcPts val="0"/>
              </a:spcBef>
              <a:buNone/>
              <a:defRPr/>
            </a:lvl1pPr>
          </a:lstStyle>
          <a:p>
            <a:pPr marL="285750" lvl="0" indent="-285750"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63646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61FCDF88-CCA6-A665-3B2C-FF2A976B875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9" name="Picture 8">
            <a:extLst>
              <a:ext uri="{FF2B5EF4-FFF2-40B4-BE49-F238E27FC236}">
                <a16:creationId xmlns:a16="http://schemas.microsoft.com/office/drawing/2014/main" id="{CC1336A7-FBDF-BE4A-1239-2204C7C619CB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3709D20-7278-28C2-F222-52022B977B92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27FEF42B-E618-52C8-29FA-0F183E0209BF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43543B8D-FA8A-20E4-106C-B525C0079BB8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0ED8E80B-8E17-DEFA-315B-76450488C3EA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A961CD7C-48C9-214B-183A-FBBF914B6E45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936724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133" userDrawn="1">
          <p15:clr>
            <a:srgbClr val="FBAE40"/>
          </p15:clr>
        </p15:guide>
        <p15:guide id="3" pos="721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95670A5-4402-5FCD-7FD3-CDDEEFF3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851" y="466727"/>
            <a:ext cx="1065362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rgbClr val="0055B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B0B695-9B8F-9E73-6305-C2EB7C7F90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3851" y="2336576"/>
            <a:ext cx="10653713" cy="3119438"/>
          </a:xfrm>
          <a:prstGeom prst="rect">
            <a:avLst/>
          </a:prstGeom>
        </p:spPr>
        <p:txBody>
          <a:bodyPr numCol="2"/>
          <a:lstStyle>
            <a:lvl1pPr>
              <a:spcBef>
                <a:spcPts val="0"/>
              </a:spcBef>
              <a:defRPr/>
            </a:lvl1pPr>
          </a:lstStyle>
          <a:p>
            <a:pPr lvl="0"/>
            <a:endParaRPr lang="en-VE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CA307EB-2E4C-B7EF-215C-099EC5511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3695" y="6190298"/>
            <a:ext cx="2743200" cy="365125"/>
          </a:xfrm>
        </p:spPr>
        <p:txBody>
          <a:bodyPr/>
          <a:lstStyle/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80B84D-E251-21B9-146E-8F75456D2E90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DA85F6C4-901A-DA60-DA7E-37DB7391333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2" name="Picture 8">
            <a:extLst>
              <a:ext uri="{FF2B5EF4-FFF2-40B4-BE49-F238E27FC236}">
                <a16:creationId xmlns:a16="http://schemas.microsoft.com/office/drawing/2014/main" id="{AEF277C9-9F6B-CA1A-FAC5-5A7320128AB0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8F639F7A-501B-1326-99F4-580458FF82CB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BB5D25F-88E8-0F4E-6D5F-0DB4B6FA86E8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1AEEC962-6BEF-1F24-A134-D98F8DD129B1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93DB6511-3F7E-72B6-F221-552998571E31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BD1A647C-92A1-A6C0-731C-FA7ED4B8982E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2051627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133" userDrawn="1">
          <p15:clr>
            <a:srgbClr val="FBAE40"/>
          </p15:clr>
        </p15:guide>
        <p15:guide id="3" pos="721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5A4A693-745B-EF16-F619-E06417AD30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660028"/>
            <a:ext cx="9144000" cy="162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9" name="Picture 8">
            <a:extLst>
              <a:ext uri="{FF2B5EF4-FFF2-40B4-BE49-F238E27FC236}">
                <a16:creationId xmlns:a16="http://schemas.microsoft.com/office/drawing/2014/main" id="{9D750FC0-2857-0CD2-45CC-6F5A7AEB2E81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7BA76CF-B70D-66DB-B753-A60C4CD91BD8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0F412E2-4CC0-405D-6477-20CC6A0202AA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B49684D6-D2FE-A237-4AA7-6D69F77F63CA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19A9479C-D5A5-28CC-488A-5B6F0D010DDA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AE525ABB-624E-9ED1-BFB1-6434F83CF290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958690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A91839-BA14-A875-EECD-39BD993A19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660028"/>
            <a:ext cx="9144000" cy="162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AA92991A-D19C-A3D8-DB24-8C2ED610C6A1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9581A92-4899-5139-42F8-3FFD59005A0A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99AA0517-EC46-A173-F69E-07BEC971DF2F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3BDB2C0A-FACD-1ECD-83F6-C6EAFE34E31D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E490420A-2E0C-9AD8-3A85-5453BE128D0D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F2C8270-33A8-AA05-36B7-0E1306872072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24270555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FC97F4-A51E-F570-8E78-6ACD8BEBC0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660028"/>
            <a:ext cx="9144000" cy="162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0AFC8A59-07FE-C487-783D-682B2F409CFA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8C64A438-B1CA-5233-270E-7A1D18EF4A09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9124FE5A-3DDF-BB45-9007-CC132E5EEF0D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DB28D9D0-7988-0268-3C48-64D66382D5A2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80FE6CE1-68D0-C4EF-A6E1-71BB9931C808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5EDC65D8-72F6-92FB-E284-CB7A88884466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699227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139D1C5-0B40-099F-2CC6-E3F63C29CF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E16D20E6-A277-4495-070D-F41644777E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01690" y="0"/>
            <a:ext cx="7390310" cy="6015851"/>
          </a:xfrm>
          <a:custGeom>
            <a:avLst/>
            <a:gdLst>
              <a:gd name="connsiteX0" fmla="*/ 721762 w 7390310"/>
              <a:gd name="connsiteY0" fmla="*/ 0 h 6015851"/>
              <a:gd name="connsiteX1" fmla="*/ 6222164 w 7390310"/>
              <a:gd name="connsiteY1" fmla="*/ 0 h 6015851"/>
              <a:gd name="connsiteX2" fmla="*/ 7390310 w 7390310"/>
              <a:gd name="connsiteY2" fmla="*/ 1559052 h 6015851"/>
              <a:gd name="connsiteX3" fmla="*/ 7390310 w 7390310"/>
              <a:gd name="connsiteY3" fmla="*/ 4173760 h 6015851"/>
              <a:gd name="connsiteX4" fmla="*/ 7156662 w 7390310"/>
              <a:gd name="connsiteY4" fmla="*/ 4591050 h 6015851"/>
              <a:gd name="connsiteX5" fmla="*/ 1949535 w 7390310"/>
              <a:gd name="connsiteY5" fmla="*/ 5220939 h 6015851"/>
              <a:gd name="connsiteX6" fmla="*/ 552408 w 7390310"/>
              <a:gd name="connsiteY6" fmla="*/ 232696 h 6015851"/>
              <a:gd name="connsiteX7" fmla="*/ 721762 w 7390310"/>
              <a:gd name="connsiteY7" fmla="*/ 0 h 6015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90310" h="6015851">
                <a:moveTo>
                  <a:pt x="721762" y="0"/>
                </a:moveTo>
                <a:lnTo>
                  <a:pt x="6222164" y="0"/>
                </a:lnTo>
                <a:cubicBezTo>
                  <a:pt x="6754231" y="459010"/>
                  <a:pt x="7148280" y="994315"/>
                  <a:pt x="7390310" y="1559052"/>
                </a:cubicBezTo>
                <a:lnTo>
                  <a:pt x="7390310" y="4173760"/>
                </a:lnTo>
                <a:cubicBezTo>
                  <a:pt x="7323026" y="4318531"/>
                  <a:pt x="7244920" y="4458024"/>
                  <a:pt x="7156662" y="4591050"/>
                </a:cubicBezTo>
                <a:cubicBezTo>
                  <a:pt x="6079575" y="6216968"/>
                  <a:pt x="3862726" y="6485096"/>
                  <a:pt x="1949535" y="5220939"/>
                </a:cubicBezTo>
                <a:cubicBezTo>
                  <a:pt x="31676" y="3953732"/>
                  <a:pt x="-546206" y="1890713"/>
                  <a:pt x="552408" y="232696"/>
                </a:cubicBezTo>
                <a:cubicBezTo>
                  <a:pt x="606065" y="151797"/>
                  <a:pt x="662517" y="74231"/>
                  <a:pt x="721762" y="0"/>
                </a:cubicBezTo>
                <a:close/>
              </a:path>
            </a:pathLst>
          </a:cu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VE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82D2AD0-B95A-4D9A-EADF-F711B7940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4448485"/>
            <a:ext cx="4825752" cy="154890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5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2833210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82D6BB5-B582-F467-82AE-F36D5C16B87B}"/>
              </a:ext>
            </a:extLst>
          </p:cNvPr>
          <p:cNvSpPr/>
          <p:nvPr userDrawn="1"/>
        </p:nvSpPr>
        <p:spPr>
          <a:xfrm>
            <a:off x="6512560" y="-1"/>
            <a:ext cx="5679440" cy="6858001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1D718-3F4F-E2D7-3C55-D670BD2F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4836459" cy="147712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37BAD70-2EE7-0775-7940-33299854A8A0}"/>
              </a:ext>
            </a:extLst>
          </p:cNvPr>
          <p:cNvSpPr/>
          <p:nvPr userDrawn="1"/>
        </p:nvSpPr>
        <p:spPr>
          <a:xfrm>
            <a:off x="6045727" y="1164647"/>
            <a:ext cx="975360" cy="975360"/>
          </a:xfrm>
          <a:prstGeom prst="ellipse">
            <a:avLst/>
          </a:prstGeom>
          <a:solidFill>
            <a:srgbClr val="002D74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79C494F-2DEC-271D-1368-ED124AB94651}"/>
              </a:ext>
            </a:extLst>
          </p:cNvPr>
          <p:cNvSpPr/>
          <p:nvPr userDrawn="1"/>
        </p:nvSpPr>
        <p:spPr>
          <a:xfrm>
            <a:off x="6045727" y="2912167"/>
            <a:ext cx="975360" cy="975360"/>
          </a:xfrm>
          <a:prstGeom prst="ellipse">
            <a:avLst/>
          </a:prstGeom>
          <a:solidFill>
            <a:srgbClr val="002D74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02EA48-79C7-E220-C71D-6170866A0343}"/>
              </a:ext>
            </a:extLst>
          </p:cNvPr>
          <p:cNvSpPr/>
          <p:nvPr userDrawn="1"/>
        </p:nvSpPr>
        <p:spPr>
          <a:xfrm>
            <a:off x="6045727" y="4699311"/>
            <a:ext cx="975360" cy="975360"/>
          </a:xfrm>
          <a:prstGeom prst="ellipse">
            <a:avLst/>
          </a:prstGeom>
          <a:solidFill>
            <a:srgbClr val="002D74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0FA9C39D-8174-C00A-3E5C-28E3CF84CA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603132"/>
            <a:ext cx="4500279" cy="12111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Tx/>
              <a:buNone/>
              <a:tabLst/>
              <a:defRPr/>
            </a:pPr>
            <a:endParaRPr lang="en-VE" b="0" i="0" dirty="0">
              <a:solidFill>
                <a:srgbClr val="63646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4B603E3E-1D4E-E32C-FB3F-169ADC1A82C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716963" y="619323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74" name="Text Placeholder 71">
            <a:extLst>
              <a:ext uri="{FF2B5EF4-FFF2-40B4-BE49-F238E27FC236}">
                <a16:creationId xmlns:a16="http://schemas.microsoft.com/office/drawing/2014/main" id="{D87EA46B-26EA-8C9E-3E77-EF8E4891D1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5789" y="2782888"/>
            <a:ext cx="2347591" cy="522287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endParaRPr lang="en-US" dirty="0"/>
          </a:p>
        </p:txBody>
      </p: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3DE85BFF-3253-2342-3970-4DA7D4377D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54366" y="1087438"/>
            <a:ext cx="2038222" cy="3651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VE" dirty="0"/>
          </a:p>
        </p:txBody>
      </p:sp>
      <p:sp>
        <p:nvSpPr>
          <p:cNvPr id="87" name="Text Placeholder 85">
            <a:extLst>
              <a:ext uri="{FF2B5EF4-FFF2-40B4-BE49-F238E27FC236}">
                <a16:creationId xmlns:a16="http://schemas.microsoft.com/office/drawing/2014/main" id="{56FD5886-A9DB-45E9-292A-EF492FEA7D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61224" y="2911475"/>
            <a:ext cx="2038223" cy="393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1" name="Text Placeholder 89">
            <a:extLst>
              <a:ext uri="{FF2B5EF4-FFF2-40B4-BE49-F238E27FC236}">
                <a16:creationId xmlns:a16="http://schemas.microsoft.com/office/drawing/2014/main" id="{E483C481-3CCD-00F7-C85C-FEFCAE6FF6B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61225" y="3336851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98" name="Text Placeholder 85">
            <a:extLst>
              <a:ext uri="{FF2B5EF4-FFF2-40B4-BE49-F238E27FC236}">
                <a16:creationId xmlns:a16="http://schemas.microsoft.com/office/drawing/2014/main" id="{A76CF2B4-D453-C01C-F3BD-CAE8E84768E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61224" y="4660830"/>
            <a:ext cx="2038224" cy="393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9" name="Text Placeholder 89">
            <a:extLst>
              <a:ext uri="{FF2B5EF4-FFF2-40B4-BE49-F238E27FC236}">
                <a16:creationId xmlns:a16="http://schemas.microsoft.com/office/drawing/2014/main" id="{95FB20A1-6871-6DF1-B0F3-72B98B358C8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61225" y="5077062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103" name="Text Placeholder 101">
            <a:extLst>
              <a:ext uri="{FF2B5EF4-FFF2-40B4-BE49-F238E27FC236}">
                <a16:creationId xmlns:a16="http://schemas.microsoft.com/office/drawing/2014/main" id="{183A6988-F72C-A6C7-3C0E-93FADB46C2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24089" y="126684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05" name="Text Placeholder 101">
            <a:extLst>
              <a:ext uri="{FF2B5EF4-FFF2-40B4-BE49-F238E27FC236}">
                <a16:creationId xmlns:a16="http://schemas.microsoft.com/office/drawing/2014/main" id="{9C7A699B-F93F-B1A4-65FE-E0BEE780A57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24089" y="301436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06" name="Text Placeholder 101">
            <a:extLst>
              <a:ext uri="{FF2B5EF4-FFF2-40B4-BE49-F238E27FC236}">
                <a16:creationId xmlns:a16="http://schemas.microsoft.com/office/drawing/2014/main" id="{85628FE5-9186-6694-8A1E-3C5E0DF8E6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089" y="4801509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11" name="Text Placeholder 109">
            <a:extLst>
              <a:ext uri="{FF2B5EF4-FFF2-40B4-BE49-F238E27FC236}">
                <a16:creationId xmlns:a16="http://schemas.microsoft.com/office/drawing/2014/main" id="{55D58298-96DB-F4A5-4C30-D5F95CB4AA7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261225" y="1471613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DEEF67-C67E-C633-BD76-54D48E7A6C88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9">
            <a:extLst>
              <a:ext uri="{FF2B5EF4-FFF2-40B4-BE49-F238E27FC236}">
                <a16:creationId xmlns:a16="http://schemas.microsoft.com/office/drawing/2014/main" id="{E3100A57-03DB-75A2-B811-C9C51E7936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A1F0338F-8AED-C2AF-B5CA-153FD081A5F0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50CF97BA-673B-D7C6-2FDD-4ABFE67B3225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D02DCE49-4058-9939-6BCE-1B392E51DDF4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9E7E303F-494A-3BA3-07D0-141EA5BA82F5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A8BEC279-1876-DB32-207E-FEDBC94BEB3E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186DD60-E2A1-9554-6ECF-30399AB45312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567490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96" userDrawn="1">
          <p15:clr>
            <a:srgbClr val="FBAE40"/>
          </p15:clr>
        </p15:guide>
        <p15:guide id="2" pos="7219" userDrawn="1">
          <p15:clr>
            <a:srgbClr val="FBAE40"/>
          </p15:clr>
        </p15:guide>
        <p15:guide id="3" orient="horz" pos="413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5674112-8FC1-1874-0B8A-37EFB2C8B792}"/>
              </a:ext>
            </a:extLst>
          </p:cNvPr>
          <p:cNvSpPr/>
          <p:nvPr userDrawn="1"/>
        </p:nvSpPr>
        <p:spPr>
          <a:xfrm>
            <a:off x="6512560" y="0"/>
            <a:ext cx="5679440" cy="6858000"/>
          </a:xfrm>
          <a:prstGeom prst="rect">
            <a:avLst/>
          </a:prstGeom>
          <a:solidFill>
            <a:srgbClr val="EEE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CDD90E-B104-77D5-C73D-4F054F8D2AB5}"/>
              </a:ext>
            </a:extLst>
          </p:cNvPr>
          <p:cNvSpPr/>
          <p:nvPr userDrawn="1"/>
        </p:nvSpPr>
        <p:spPr>
          <a:xfrm>
            <a:off x="6045727" y="1164647"/>
            <a:ext cx="975360" cy="975360"/>
          </a:xfrm>
          <a:prstGeom prst="ellipse">
            <a:avLst/>
          </a:prstGeom>
          <a:solidFill>
            <a:srgbClr val="EEEEEF"/>
          </a:solidFill>
          <a:ln w="28575">
            <a:solidFill>
              <a:srgbClr val="00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CB27B6B-829A-B23F-F3D4-F667A5DF1653}"/>
              </a:ext>
            </a:extLst>
          </p:cNvPr>
          <p:cNvSpPr/>
          <p:nvPr userDrawn="1"/>
        </p:nvSpPr>
        <p:spPr>
          <a:xfrm>
            <a:off x="6045727" y="2912167"/>
            <a:ext cx="975360" cy="975360"/>
          </a:xfrm>
          <a:prstGeom prst="ellipse">
            <a:avLst/>
          </a:prstGeom>
          <a:solidFill>
            <a:srgbClr val="EEEEEF"/>
          </a:solidFill>
          <a:ln w="28575">
            <a:solidFill>
              <a:srgbClr val="00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5C5B0D5-BD36-6E33-3F6C-361B5F6B3D1E}"/>
              </a:ext>
            </a:extLst>
          </p:cNvPr>
          <p:cNvSpPr/>
          <p:nvPr userDrawn="1"/>
        </p:nvSpPr>
        <p:spPr>
          <a:xfrm>
            <a:off x="6045727" y="4690167"/>
            <a:ext cx="975360" cy="975360"/>
          </a:xfrm>
          <a:prstGeom prst="ellipse">
            <a:avLst/>
          </a:prstGeom>
          <a:solidFill>
            <a:srgbClr val="EEEEEF"/>
          </a:solidFill>
          <a:ln w="28575">
            <a:solidFill>
              <a:srgbClr val="00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F4ADDBF3-7BA7-40A4-7698-20085EDE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4836459" cy="147712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C289882E-82DA-BCAC-B3A9-DC104380A9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603132"/>
            <a:ext cx="4500279" cy="12111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Tx/>
              <a:buNone/>
              <a:tabLst/>
              <a:defRPr/>
            </a:pPr>
            <a:endParaRPr lang="en-VE" b="0" i="0" dirty="0">
              <a:solidFill>
                <a:srgbClr val="63646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C54BEEEF-EAD8-8A95-3596-E023D7A3307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716963" y="6191737"/>
            <a:ext cx="2743200" cy="365125"/>
          </a:xfrm>
        </p:spPr>
        <p:txBody>
          <a:bodyPr/>
          <a:lstStyle/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61" name="Text Placeholder 76">
            <a:extLst>
              <a:ext uri="{FF2B5EF4-FFF2-40B4-BE49-F238E27FC236}">
                <a16:creationId xmlns:a16="http://schemas.microsoft.com/office/drawing/2014/main" id="{5FD93818-DECF-D7AF-26D1-B0D66FA36E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54365" y="1100265"/>
            <a:ext cx="1937639" cy="365125"/>
          </a:xfrm>
        </p:spPr>
        <p:txBody>
          <a:bodyPr/>
          <a:lstStyle>
            <a:lvl1pPr marL="0" indent="0">
              <a:buNone/>
              <a:defRPr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VE" dirty="0"/>
          </a:p>
        </p:txBody>
      </p:sp>
      <p:sp>
        <p:nvSpPr>
          <p:cNvPr id="63" name="Text Placeholder 85">
            <a:extLst>
              <a:ext uri="{FF2B5EF4-FFF2-40B4-BE49-F238E27FC236}">
                <a16:creationId xmlns:a16="http://schemas.microsoft.com/office/drawing/2014/main" id="{E822FC91-87B7-54CA-CC71-65C70BFA3F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61224" y="2911475"/>
            <a:ext cx="1937639" cy="393700"/>
          </a:xfrm>
        </p:spPr>
        <p:txBody>
          <a:bodyPr/>
          <a:lstStyle>
            <a:lvl1pPr marL="0" indent="0">
              <a:buNone/>
              <a:defRPr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64" name="Text Placeholder 89">
            <a:extLst>
              <a:ext uri="{FF2B5EF4-FFF2-40B4-BE49-F238E27FC236}">
                <a16:creationId xmlns:a16="http://schemas.microsoft.com/office/drawing/2014/main" id="{A8447394-4FF0-D0EE-AEB1-0B6ACA48B6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61225" y="3336851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65" name="Text Placeholder 85">
            <a:extLst>
              <a:ext uri="{FF2B5EF4-FFF2-40B4-BE49-F238E27FC236}">
                <a16:creationId xmlns:a16="http://schemas.microsoft.com/office/drawing/2014/main" id="{D8D4D25B-DE58-A2D0-0050-1D4E81BE4D2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61224" y="4660830"/>
            <a:ext cx="1937639" cy="393700"/>
          </a:xfrm>
        </p:spPr>
        <p:txBody>
          <a:bodyPr/>
          <a:lstStyle>
            <a:lvl1pPr marL="0" indent="0">
              <a:buNone/>
              <a:defRPr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66" name="Text Placeholder 89">
            <a:extLst>
              <a:ext uri="{FF2B5EF4-FFF2-40B4-BE49-F238E27FC236}">
                <a16:creationId xmlns:a16="http://schemas.microsoft.com/office/drawing/2014/main" id="{C3BD7502-27A0-1745-58F1-79768D0A98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61225" y="5086206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70" name="Text Placeholder 71">
            <a:extLst>
              <a:ext uri="{FF2B5EF4-FFF2-40B4-BE49-F238E27FC236}">
                <a16:creationId xmlns:a16="http://schemas.microsoft.com/office/drawing/2014/main" id="{E625B7AC-0165-73E1-2582-4263518CB45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45789" y="2782888"/>
            <a:ext cx="1865835" cy="522287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endParaRPr lang="en-US" dirty="0"/>
          </a:p>
        </p:txBody>
      </p:sp>
      <p:sp>
        <p:nvSpPr>
          <p:cNvPr id="71" name="Text Placeholder 101">
            <a:extLst>
              <a:ext uri="{FF2B5EF4-FFF2-40B4-BE49-F238E27FC236}">
                <a16:creationId xmlns:a16="http://schemas.microsoft.com/office/drawing/2014/main" id="{EB24BA8F-AC77-EF20-465F-AD225B1F9D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24089" y="126684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2" name="Text Placeholder 101">
            <a:extLst>
              <a:ext uri="{FF2B5EF4-FFF2-40B4-BE49-F238E27FC236}">
                <a16:creationId xmlns:a16="http://schemas.microsoft.com/office/drawing/2014/main" id="{755C3833-CEB0-FCC0-2591-D084DCD591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089" y="301436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3" name="Text Placeholder 101">
            <a:extLst>
              <a:ext uri="{FF2B5EF4-FFF2-40B4-BE49-F238E27FC236}">
                <a16:creationId xmlns:a16="http://schemas.microsoft.com/office/drawing/2014/main" id="{349D4029-3FBC-BE2A-8659-8910B0C0DB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24089" y="479236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7" name="Text Placeholder 75">
            <a:extLst>
              <a:ext uri="{FF2B5EF4-FFF2-40B4-BE49-F238E27FC236}">
                <a16:creationId xmlns:a16="http://schemas.microsoft.com/office/drawing/2014/main" id="{E769B2BE-FBFF-608D-46F0-98052A9AAA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254875" y="1456119"/>
            <a:ext cx="3086100" cy="73183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636462"/>
                </a:solidFill>
              </a:defRPr>
            </a:lvl1pPr>
            <a:lvl2pPr>
              <a:defRPr sz="1400">
                <a:solidFill>
                  <a:srgbClr val="636462"/>
                </a:solidFill>
              </a:defRPr>
            </a:lvl2pPr>
            <a:lvl3pPr>
              <a:defRPr sz="1400">
                <a:solidFill>
                  <a:srgbClr val="636462"/>
                </a:solidFill>
              </a:defRPr>
            </a:lvl3pPr>
            <a:lvl4pPr>
              <a:defRPr sz="1400">
                <a:solidFill>
                  <a:srgbClr val="636462"/>
                </a:solidFill>
              </a:defRPr>
            </a:lvl4pPr>
            <a:lvl5pPr>
              <a:defRPr sz="1400">
                <a:solidFill>
                  <a:srgbClr val="63646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9A9018-0E60-D9C6-A1C9-029C934FCDF6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D8489C1F-D16A-D869-6035-03E693576C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1B94EFD9-E83E-1D50-7486-B71F244CDED7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CF3558AB-26E4-DD37-DD6D-EEC1208562EA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7AFEB4B-34E4-F799-F959-E3F48BB40E43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4DB49140-6328-308A-DF66-F1E65545E2B9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8900B44-57CF-EBB4-B4F8-3FF405174BBD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0791F016-DFA5-EE87-61C1-48BB89069B2C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907945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219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82D6BB5-B582-F467-82AE-F36D5C16B87B}"/>
              </a:ext>
            </a:extLst>
          </p:cNvPr>
          <p:cNvSpPr/>
          <p:nvPr userDrawn="1"/>
        </p:nvSpPr>
        <p:spPr>
          <a:xfrm>
            <a:off x="6512560" y="-1"/>
            <a:ext cx="5679440" cy="6858001"/>
          </a:xfrm>
          <a:prstGeom prst="rect">
            <a:avLst/>
          </a:pr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1D718-3F4F-E2D7-3C55-D670BD2F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4836459" cy="14771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A4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37BAD70-2EE7-0775-7940-33299854A8A0}"/>
              </a:ext>
            </a:extLst>
          </p:cNvPr>
          <p:cNvSpPr/>
          <p:nvPr userDrawn="1"/>
        </p:nvSpPr>
        <p:spPr>
          <a:xfrm>
            <a:off x="6045727" y="1164647"/>
            <a:ext cx="975360" cy="975360"/>
          </a:xfrm>
          <a:prstGeom prst="ellipse">
            <a:avLst/>
          </a:prstGeom>
          <a:solidFill>
            <a:srgbClr val="FFA4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79C494F-2DEC-271D-1368-ED124AB94651}"/>
              </a:ext>
            </a:extLst>
          </p:cNvPr>
          <p:cNvSpPr/>
          <p:nvPr userDrawn="1"/>
        </p:nvSpPr>
        <p:spPr>
          <a:xfrm>
            <a:off x="6045727" y="2912167"/>
            <a:ext cx="975360" cy="975360"/>
          </a:xfrm>
          <a:prstGeom prst="ellipse">
            <a:avLst/>
          </a:prstGeom>
          <a:solidFill>
            <a:srgbClr val="FFA4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02EA48-79C7-E220-C71D-6170866A0343}"/>
              </a:ext>
            </a:extLst>
          </p:cNvPr>
          <p:cNvSpPr/>
          <p:nvPr userDrawn="1"/>
        </p:nvSpPr>
        <p:spPr>
          <a:xfrm>
            <a:off x="6045727" y="4699311"/>
            <a:ext cx="975360" cy="975360"/>
          </a:xfrm>
          <a:prstGeom prst="ellipse">
            <a:avLst/>
          </a:prstGeom>
          <a:solidFill>
            <a:srgbClr val="FFA4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0FA9C39D-8174-C00A-3E5C-28E3CF84CA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603132"/>
            <a:ext cx="4500279" cy="12111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Tx/>
              <a:buNone/>
              <a:tabLst/>
              <a:defRPr/>
            </a:pPr>
            <a:endParaRPr lang="en-VE" b="0" i="0" dirty="0">
              <a:solidFill>
                <a:srgbClr val="63646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4B603E3E-1D4E-E32C-FB3F-169ADC1A82C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716963" y="619323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74" name="Text Placeholder 71">
            <a:extLst>
              <a:ext uri="{FF2B5EF4-FFF2-40B4-BE49-F238E27FC236}">
                <a16:creationId xmlns:a16="http://schemas.microsoft.com/office/drawing/2014/main" id="{D87EA46B-26EA-8C9E-3E77-EF8E4891D1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5789" y="2782888"/>
            <a:ext cx="2347591" cy="522287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rgbClr val="FFA4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endParaRPr lang="en-US" dirty="0"/>
          </a:p>
        </p:txBody>
      </p: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3DE85BFF-3253-2342-3970-4DA7D4377D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54366" y="1087438"/>
            <a:ext cx="2038222" cy="3651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VE" dirty="0"/>
          </a:p>
        </p:txBody>
      </p:sp>
      <p:sp>
        <p:nvSpPr>
          <p:cNvPr id="87" name="Text Placeholder 85">
            <a:extLst>
              <a:ext uri="{FF2B5EF4-FFF2-40B4-BE49-F238E27FC236}">
                <a16:creationId xmlns:a16="http://schemas.microsoft.com/office/drawing/2014/main" id="{56FD5886-A9DB-45E9-292A-EF492FEA7D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61224" y="2911475"/>
            <a:ext cx="2038223" cy="393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1" name="Text Placeholder 89">
            <a:extLst>
              <a:ext uri="{FF2B5EF4-FFF2-40B4-BE49-F238E27FC236}">
                <a16:creationId xmlns:a16="http://schemas.microsoft.com/office/drawing/2014/main" id="{E483C481-3CCD-00F7-C85C-FEFCAE6FF6B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61225" y="3336851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98" name="Text Placeholder 85">
            <a:extLst>
              <a:ext uri="{FF2B5EF4-FFF2-40B4-BE49-F238E27FC236}">
                <a16:creationId xmlns:a16="http://schemas.microsoft.com/office/drawing/2014/main" id="{A76CF2B4-D453-C01C-F3BD-CAE8E84768E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61224" y="4660830"/>
            <a:ext cx="2038224" cy="393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9" name="Text Placeholder 89">
            <a:extLst>
              <a:ext uri="{FF2B5EF4-FFF2-40B4-BE49-F238E27FC236}">
                <a16:creationId xmlns:a16="http://schemas.microsoft.com/office/drawing/2014/main" id="{95FB20A1-6871-6DF1-B0F3-72B98B358C8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61225" y="5077062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103" name="Text Placeholder 101">
            <a:extLst>
              <a:ext uri="{FF2B5EF4-FFF2-40B4-BE49-F238E27FC236}">
                <a16:creationId xmlns:a16="http://schemas.microsoft.com/office/drawing/2014/main" id="{183A6988-F72C-A6C7-3C0E-93FADB46C2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24089" y="126684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05" name="Text Placeholder 101">
            <a:extLst>
              <a:ext uri="{FF2B5EF4-FFF2-40B4-BE49-F238E27FC236}">
                <a16:creationId xmlns:a16="http://schemas.microsoft.com/office/drawing/2014/main" id="{9C7A699B-F93F-B1A4-65FE-E0BEE780A57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24089" y="301436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06" name="Text Placeholder 101">
            <a:extLst>
              <a:ext uri="{FF2B5EF4-FFF2-40B4-BE49-F238E27FC236}">
                <a16:creationId xmlns:a16="http://schemas.microsoft.com/office/drawing/2014/main" id="{85628FE5-9186-6694-8A1E-3C5E0DF8E6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089" y="4801509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11" name="Text Placeholder 109">
            <a:extLst>
              <a:ext uri="{FF2B5EF4-FFF2-40B4-BE49-F238E27FC236}">
                <a16:creationId xmlns:a16="http://schemas.microsoft.com/office/drawing/2014/main" id="{55D58298-96DB-F4A5-4C30-D5F95CB4AA7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261225" y="1471613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DEEF67-C67E-C633-BD76-54D48E7A6C88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9">
            <a:extLst>
              <a:ext uri="{FF2B5EF4-FFF2-40B4-BE49-F238E27FC236}">
                <a16:creationId xmlns:a16="http://schemas.microsoft.com/office/drawing/2014/main" id="{E3100A57-03DB-75A2-B811-C9C51E7936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9727106B-FEB0-706A-3867-FBEBB1B6A82B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3200BEDF-89C9-9CAC-1E74-C9021791FD35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E8C9F277-57DC-CBB4-6CDA-989BB40EBCFB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2675ED9D-63DA-0249-32F8-8E6C4A2042C5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3426471-127F-8DE6-E580-615196E4FD00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09AF2ED9-2E12-741B-EADF-F9812E1153FB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917534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96" userDrawn="1">
          <p15:clr>
            <a:srgbClr val="FBAE40"/>
          </p15:clr>
        </p15:guide>
        <p15:guide id="2" pos="7219" userDrawn="1">
          <p15:clr>
            <a:srgbClr val="FBAE40"/>
          </p15:clr>
        </p15:guide>
        <p15:guide id="3" orient="horz" pos="413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0A562D9-C126-8800-F39B-1597E5E946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F46090-7297-D0B4-6A4E-0E178F44CC9D}"/>
              </a:ext>
            </a:extLst>
          </p:cNvPr>
          <p:cNvSpPr/>
          <p:nvPr userDrawn="1"/>
        </p:nvSpPr>
        <p:spPr>
          <a:xfrm>
            <a:off x="1222409" y="2840158"/>
            <a:ext cx="2992752" cy="29927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EFD290-5847-AFCD-1CA5-A2BA2D22E07B}"/>
              </a:ext>
            </a:extLst>
          </p:cNvPr>
          <p:cNvSpPr/>
          <p:nvPr userDrawn="1"/>
        </p:nvSpPr>
        <p:spPr>
          <a:xfrm>
            <a:off x="4556623" y="1954926"/>
            <a:ext cx="2992752" cy="29927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C0F85F-8148-A3F9-2797-F0A619B98B97}"/>
              </a:ext>
            </a:extLst>
          </p:cNvPr>
          <p:cNvSpPr/>
          <p:nvPr userDrawn="1"/>
        </p:nvSpPr>
        <p:spPr>
          <a:xfrm>
            <a:off x="7890838" y="2840158"/>
            <a:ext cx="2992752" cy="29927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7EDF50-BF7C-8FC1-EF95-8085C2C3F9E9}"/>
              </a:ext>
            </a:extLst>
          </p:cNvPr>
          <p:cNvSpPr/>
          <p:nvPr userDrawn="1"/>
        </p:nvSpPr>
        <p:spPr>
          <a:xfrm>
            <a:off x="8885409" y="2431378"/>
            <a:ext cx="1003610" cy="100361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384B02-EEDF-2125-E874-F06E230845E4}"/>
              </a:ext>
            </a:extLst>
          </p:cNvPr>
          <p:cNvSpPr/>
          <p:nvPr userDrawn="1"/>
        </p:nvSpPr>
        <p:spPr>
          <a:xfrm>
            <a:off x="5551194" y="1539280"/>
            <a:ext cx="1003610" cy="100361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FDBCEB-D068-2899-E189-C2B933066100}"/>
              </a:ext>
            </a:extLst>
          </p:cNvPr>
          <p:cNvSpPr/>
          <p:nvPr userDrawn="1"/>
        </p:nvSpPr>
        <p:spPr>
          <a:xfrm>
            <a:off x="2216980" y="2431378"/>
            <a:ext cx="1003610" cy="100361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7E68889-31C0-A98A-C689-D5B334CB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9678"/>
            <a:ext cx="1065362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74" name="Slide Number Placeholder 12">
            <a:extLst>
              <a:ext uri="{FF2B5EF4-FFF2-40B4-BE49-F238E27FC236}">
                <a16:creationId xmlns:a16="http://schemas.microsoft.com/office/drawing/2014/main" id="{BAE01A07-2F90-9164-A8CA-E7F4B473D0D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13695" y="619029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78" name="Text Placeholder 101">
            <a:extLst>
              <a:ext uri="{FF2B5EF4-FFF2-40B4-BE49-F238E27FC236}">
                <a16:creationId xmlns:a16="http://schemas.microsoft.com/office/drawing/2014/main" id="{7B1AF180-7AB7-FCAD-234E-E430DED391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43681" y="1655603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9" name="Text Placeholder 101">
            <a:extLst>
              <a:ext uri="{FF2B5EF4-FFF2-40B4-BE49-F238E27FC236}">
                <a16:creationId xmlns:a16="http://schemas.microsoft.com/office/drawing/2014/main" id="{AEB73429-8FF9-2C70-6B8C-5FCB9874D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77896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0" name="Text Placeholder 101">
            <a:extLst>
              <a:ext uri="{FF2B5EF4-FFF2-40B4-BE49-F238E27FC236}">
                <a16:creationId xmlns:a16="http://schemas.microsoft.com/office/drawing/2014/main" id="{70B11DE0-F5DC-E9A9-D404-97D7CA49F0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09467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2" name="Text Placeholder 89">
            <a:extLst>
              <a:ext uri="{FF2B5EF4-FFF2-40B4-BE49-F238E27FC236}">
                <a16:creationId xmlns:a16="http://schemas.microsoft.com/office/drawing/2014/main" id="{3667D6AB-E7E2-5279-1787-DC6C75C655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461079" y="4222395"/>
            <a:ext cx="2518064" cy="9753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algn="ctr"/>
            <a:endParaRPr lang="en-VE" sz="1400" dirty="0">
              <a:solidFill>
                <a:srgbClr val="636462"/>
              </a:solidFill>
            </a:endParaRPr>
          </a:p>
        </p:txBody>
      </p:sp>
      <p:sp>
        <p:nvSpPr>
          <p:cNvPr id="83" name="Text Placeholder 89">
            <a:extLst>
              <a:ext uri="{FF2B5EF4-FFF2-40B4-BE49-F238E27FC236}">
                <a16:creationId xmlns:a16="http://schemas.microsoft.com/office/drawing/2014/main" id="{910E850B-F342-AA28-677B-284F923873E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128182" y="4222395"/>
            <a:ext cx="2518064" cy="9753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algn="ctr"/>
            <a:endParaRPr lang="en-VE" sz="1400" dirty="0">
              <a:solidFill>
                <a:srgbClr val="636462"/>
              </a:solidFill>
            </a:endParaRPr>
          </a:p>
        </p:txBody>
      </p:sp>
      <p:sp>
        <p:nvSpPr>
          <p:cNvPr id="85" name="Text Placeholder 89">
            <a:extLst>
              <a:ext uri="{FF2B5EF4-FFF2-40B4-BE49-F238E27FC236}">
                <a16:creationId xmlns:a16="http://schemas.microsoft.com/office/drawing/2014/main" id="{5E44E12A-2096-0686-D607-FDC7A477CF4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0622" y="3344956"/>
            <a:ext cx="2518064" cy="9753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algn="ctr"/>
            <a:endParaRPr lang="en-VE" sz="1400" dirty="0">
              <a:solidFill>
                <a:srgbClr val="636462"/>
              </a:solidFill>
            </a:endParaRPr>
          </a:p>
        </p:txBody>
      </p:sp>
      <p:sp>
        <p:nvSpPr>
          <p:cNvPr id="87" name="Text Placeholder 85">
            <a:extLst>
              <a:ext uri="{FF2B5EF4-FFF2-40B4-BE49-F238E27FC236}">
                <a16:creationId xmlns:a16="http://schemas.microsoft.com/office/drawing/2014/main" id="{7C4509C9-05C3-0B23-AD54-74F61AAE7E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60986" y="3814694"/>
            <a:ext cx="1715597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89" name="Text Placeholder 85">
            <a:extLst>
              <a:ext uri="{FF2B5EF4-FFF2-40B4-BE49-F238E27FC236}">
                <a16:creationId xmlns:a16="http://schemas.microsoft.com/office/drawing/2014/main" id="{5C538395-B0BD-2735-D3D9-A17B903640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515699" y="3814694"/>
            <a:ext cx="1743030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1" name="Text Placeholder 85">
            <a:extLst>
              <a:ext uri="{FF2B5EF4-FFF2-40B4-BE49-F238E27FC236}">
                <a16:creationId xmlns:a16="http://schemas.microsoft.com/office/drawing/2014/main" id="{1984A64A-3079-81EF-50A5-7442E25018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67322" y="2941118"/>
            <a:ext cx="1764663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B05228-2AA1-9E53-564D-DD33D19E11EC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29">
            <a:extLst>
              <a:ext uri="{FF2B5EF4-FFF2-40B4-BE49-F238E27FC236}">
                <a16:creationId xmlns:a16="http://schemas.microsoft.com/office/drawing/2014/main" id="{2F42C114-E61B-60A2-9064-4AB9792DB42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2" name="Picture 8">
            <a:extLst>
              <a:ext uri="{FF2B5EF4-FFF2-40B4-BE49-F238E27FC236}">
                <a16:creationId xmlns:a16="http://schemas.microsoft.com/office/drawing/2014/main" id="{B8AE90C0-ADC9-3B7C-6759-2801E5673B63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12C5E891-4319-7A62-69F9-EBDB7A6E70DE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FF807D22-7C8B-00E3-CCDF-9EA2F0514377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0B1618D-2A2B-0F99-A6D3-F0E15A4D7E53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F427268-D450-589E-A03C-E69CE2CA7057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A85B911A-E311-9D04-746F-93CF14135027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567994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0A562D9-C126-8800-F39B-1597E5E946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F46090-7297-D0B4-6A4E-0E178F44CC9D}"/>
              </a:ext>
            </a:extLst>
          </p:cNvPr>
          <p:cNvSpPr/>
          <p:nvPr userDrawn="1"/>
        </p:nvSpPr>
        <p:spPr>
          <a:xfrm>
            <a:off x="1222409" y="2840158"/>
            <a:ext cx="2992752" cy="2992752"/>
          </a:xfrm>
          <a:prstGeom prst="ellipse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EFD290-5847-AFCD-1CA5-A2BA2D22E07B}"/>
              </a:ext>
            </a:extLst>
          </p:cNvPr>
          <p:cNvSpPr/>
          <p:nvPr userDrawn="1"/>
        </p:nvSpPr>
        <p:spPr>
          <a:xfrm>
            <a:off x="4556623" y="1954926"/>
            <a:ext cx="2992752" cy="2992752"/>
          </a:xfrm>
          <a:prstGeom prst="ellipse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C0F85F-8148-A3F9-2797-F0A619B98B97}"/>
              </a:ext>
            </a:extLst>
          </p:cNvPr>
          <p:cNvSpPr/>
          <p:nvPr userDrawn="1"/>
        </p:nvSpPr>
        <p:spPr>
          <a:xfrm>
            <a:off x="7890838" y="2840158"/>
            <a:ext cx="2992752" cy="2992752"/>
          </a:xfrm>
          <a:prstGeom prst="ellipse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7EDF50-BF7C-8FC1-EF95-8085C2C3F9E9}"/>
              </a:ext>
            </a:extLst>
          </p:cNvPr>
          <p:cNvSpPr/>
          <p:nvPr userDrawn="1"/>
        </p:nvSpPr>
        <p:spPr>
          <a:xfrm>
            <a:off x="8885409" y="2431378"/>
            <a:ext cx="1003610" cy="1003610"/>
          </a:xfrm>
          <a:prstGeom prst="ellipse">
            <a:avLst/>
          </a:prstGeom>
          <a:solidFill>
            <a:srgbClr val="0055B8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384B02-EEDF-2125-E874-F06E230845E4}"/>
              </a:ext>
            </a:extLst>
          </p:cNvPr>
          <p:cNvSpPr/>
          <p:nvPr userDrawn="1"/>
        </p:nvSpPr>
        <p:spPr>
          <a:xfrm>
            <a:off x="5551194" y="1539280"/>
            <a:ext cx="1003610" cy="1003610"/>
          </a:xfrm>
          <a:prstGeom prst="ellipse">
            <a:avLst/>
          </a:prstGeom>
          <a:solidFill>
            <a:srgbClr val="0055B8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FDBCEB-D068-2899-E189-C2B933066100}"/>
              </a:ext>
            </a:extLst>
          </p:cNvPr>
          <p:cNvSpPr/>
          <p:nvPr userDrawn="1"/>
        </p:nvSpPr>
        <p:spPr>
          <a:xfrm>
            <a:off x="2216980" y="2431378"/>
            <a:ext cx="1003610" cy="1003610"/>
          </a:xfrm>
          <a:prstGeom prst="ellipse">
            <a:avLst/>
          </a:prstGeom>
          <a:solidFill>
            <a:srgbClr val="0055B8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7E68889-31C0-A98A-C689-D5B334CB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9678"/>
            <a:ext cx="1065362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rgbClr val="0055B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74" name="Slide Number Placeholder 12">
            <a:extLst>
              <a:ext uri="{FF2B5EF4-FFF2-40B4-BE49-F238E27FC236}">
                <a16:creationId xmlns:a16="http://schemas.microsoft.com/office/drawing/2014/main" id="{BAE01A07-2F90-9164-A8CA-E7F4B473D0D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13695" y="6190298"/>
            <a:ext cx="2743200" cy="365125"/>
          </a:xfrm>
        </p:spPr>
        <p:txBody>
          <a:bodyPr/>
          <a:lstStyle>
            <a:lvl1pPr>
              <a:defRPr>
                <a:solidFill>
                  <a:srgbClr val="AAACAE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78" name="Text Placeholder 101">
            <a:extLst>
              <a:ext uri="{FF2B5EF4-FFF2-40B4-BE49-F238E27FC236}">
                <a16:creationId xmlns:a16="http://schemas.microsoft.com/office/drawing/2014/main" id="{7B1AF180-7AB7-FCAD-234E-E430DED391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43681" y="1655603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9" name="Text Placeholder 101">
            <a:extLst>
              <a:ext uri="{FF2B5EF4-FFF2-40B4-BE49-F238E27FC236}">
                <a16:creationId xmlns:a16="http://schemas.microsoft.com/office/drawing/2014/main" id="{AEB73429-8FF9-2C70-6B8C-5FCB9874D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77896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0" name="Text Placeholder 101">
            <a:extLst>
              <a:ext uri="{FF2B5EF4-FFF2-40B4-BE49-F238E27FC236}">
                <a16:creationId xmlns:a16="http://schemas.microsoft.com/office/drawing/2014/main" id="{70B11DE0-F5DC-E9A9-D404-97D7CA49F0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09467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7" name="Text Placeholder 85">
            <a:extLst>
              <a:ext uri="{FF2B5EF4-FFF2-40B4-BE49-F238E27FC236}">
                <a16:creationId xmlns:a16="http://schemas.microsoft.com/office/drawing/2014/main" id="{7C4509C9-05C3-0B23-AD54-74F61AAE7E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60986" y="3814694"/>
            <a:ext cx="1715597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89" name="Text Placeholder 85">
            <a:extLst>
              <a:ext uri="{FF2B5EF4-FFF2-40B4-BE49-F238E27FC236}">
                <a16:creationId xmlns:a16="http://schemas.microsoft.com/office/drawing/2014/main" id="{5C538395-B0BD-2735-D3D9-A17B903640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515699" y="3814694"/>
            <a:ext cx="1743030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1" name="Text Placeholder 85">
            <a:extLst>
              <a:ext uri="{FF2B5EF4-FFF2-40B4-BE49-F238E27FC236}">
                <a16:creationId xmlns:a16="http://schemas.microsoft.com/office/drawing/2014/main" id="{1984A64A-3079-81EF-50A5-7442E25018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67322" y="2941118"/>
            <a:ext cx="1764663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B05228-2AA1-9E53-564D-DD33D19E11EC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rgbClr val="0055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209180F-3FCE-6902-B2A8-0F265AD2EF6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94473" y="4216348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AD97DBE-3A95-64DF-AE70-4016E8068A3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20366" y="4215926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A678E2C-5BCA-C1AD-AEC6-B094BF17EE5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753459" y="3348243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21" name="Footer Placeholder 29">
            <a:extLst>
              <a:ext uri="{FF2B5EF4-FFF2-40B4-BE49-F238E27FC236}">
                <a16:creationId xmlns:a16="http://schemas.microsoft.com/office/drawing/2014/main" id="{107244FD-386D-DFDA-2F5D-DEDB351FC4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4C7E6F24-84C2-C01A-2848-3CF4F8900BEA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DE28828C-2D1B-2D64-CC42-F2C6275F816F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8B177E77-89EA-5085-DA3C-BE6A43E63610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B6431358-1550-EDBC-186D-055D0B4E7B44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EA95482-99AF-C340-CD41-E47069B932A1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D59F4F8C-9252-4C43-591F-64B35D3ECB83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813096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0A562D9-C126-8800-F39B-1597E5E946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F46090-7297-D0B4-6A4E-0E178F44CC9D}"/>
              </a:ext>
            </a:extLst>
          </p:cNvPr>
          <p:cNvSpPr/>
          <p:nvPr userDrawn="1"/>
        </p:nvSpPr>
        <p:spPr>
          <a:xfrm>
            <a:off x="1222409" y="2840158"/>
            <a:ext cx="2992752" cy="2992752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EFD290-5847-AFCD-1CA5-A2BA2D22E07B}"/>
              </a:ext>
            </a:extLst>
          </p:cNvPr>
          <p:cNvSpPr/>
          <p:nvPr userDrawn="1"/>
        </p:nvSpPr>
        <p:spPr>
          <a:xfrm>
            <a:off x="4556623" y="1954926"/>
            <a:ext cx="2992752" cy="2992752"/>
          </a:xfrm>
          <a:prstGeom prst="ellipse">
            <a:avLst/>
          </a:prstGeom>
          <a:solidFill>
            <a:srgbClr val="00A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C0F85F-8148-A3F9-2797-F0A619B98B97}"/>
              </a:ext>
            </a:extLst>
          </p:cNvPr>
          <p:cNvSpPr/>
          <p:nvPr userDrawn="1"/>
        </p:nvSpPr>
        <p:spPr>
          <a:xfrm>
            <a:off x="7890838" y="2840158"/>
            <a:ext cx="2992752" cy="2992752"/>
          </a:xfrm>
          <a:prstGeom prst="ellipse">
            <a:avLst/>
          </a:pr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7EDF50-BF7C-8FC1-EF95-8085C2C3F9E9}"/>
              </a:ext>
            </a:extLst>
          </p:cNvPr>
          <p:cNvSpPr/>
          <p:nvPr userDrawn="1"/>
        </p:nvSpPr>
        <p:spPr>
          <a:xfrm>
            <a:off x="8885409" y="2431378"/>
            <a:ext cx="1003610" cy="1003610"/>
          </a:xfrm>
          <a:prstGeom prst="ellipse">
            <a:avLst/>
          </a:prstGeom>
          <a:solidFill>
            <a:srgbClr val="FFA400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384B02-EEDF-2125-E874-F06E230845E4}"/>
              </a:ext>
            </a:extLst>
          </p:cNvPr>
          <p:cNvSpPr/>
          <p:nvPr userDrawn="1"/>
        </p:nvSpPr>
        <p:spPr>
          <a:xfrm>
            <a:off x="5551194" y="1539280"/>
            <a:ext cx="1003610" cy="1003610"/>
          </a:xfrm>
          <a:prstGeom prst="ellipse">
            <a:avLst/>
          </a:prstGeom>
          <a:solidFill>
            <a:srgbClr val="00A7E1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FDBCEB-D068-2899-E189-C2B933066100}"/>
              </a:ext>
            </a:extLst>
          </p:cNvPr>
          <p:cNvSpPr/>
          <p:nvPr userDrawn="1"/>
        </p:nvSpPr>
        <p:spPr>
          <a:xfrm>
            <a:off x="2216980" y="2431378"/>
            <a:ext cx="1003610" cy="1003610"/>
          </a:xfrm>
          <a:prstGeom prst="ellipse">
            <a:avLst/>
          </a:prstGeom>
          <a:solidFill>
            <a:srgbClr val="19D3C5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7E68889-31C0-A98A-C689-D5B334CB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9678"/>
            <a:ext cx="1065362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rgbClr val="0055B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74" name="Slide Number Placeholder 12">
            <a:extLst>
              <a:ext uri="{FF2B5EF4-FFF2-40B4-BE49-F238E27FC236}">
                <a16:creationId xmlns:a16="http://schemas.microsoft.com/office/drawing/2014/main" id="{BAE01A07-2F90-9164-A8CA-E7F4B473D0D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13695" y="6190298"/>
            <a:ext cx="2743200" cy="365125"/>
          </a:xfrm>
        </p:spPr>
        <p:txBody>
          <a:bodyPr/>
          <a:lstStyle>
            <a:lvl1pPr>
              <a:defRPr>
                <a:solidFill>
                  <a:srgbClr val="AAACAE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78" name="Text Placeholder 101">
            <a:extLst>
              <a:ext uri="{FF2B5EF4-FFF2-40B4-BE49-F238E27FC236}">
                <a16:creationId xmlns:a16="http://schemas.microsoft.com/office/drawing/2014/main" id="{7B1AF180-7AB7-FCAD-234E-E430DED391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43681" y="1655603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9" name="Text Placeholder 101">
            <a:extLst>
              <a:ext uri="{FF2B5EF4-FFF2-40B4-BE49-F238E27FC236}">
                <a16:creationId xmlns:a16="http://schemas.microsoft.com/office/drawing/2014/main" id="{AEB73429-8FF9-2C70-6B8C-5FCB9874D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77896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0" name="Text Placeholder 101">
            <a:extLst>
              <a:ext uri="{FF2B5EF4-FFF2-40B4-BE49-F238E27FC236}">
                <a16:creationId xmlns:a16="http://schemas.microsoft.com/office/drawing/2014/main" id="{70B11DE0-F5DC-E9A9-D404-97D7CA49F0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09467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7" name="Text Placeholder 85">
            <a:extLst>
              <a:ext uri="{FF2B5EF4-FFF2-40B4-BE49-F238E27FC236}">
                <a16:creationId xmlns:a16="http://schemas.microsoft.com/office/drawing/2014/main" id="{7C4509C9-05C3-0B23-AD54-74F61AAE7E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60986" y="3814694"/>
            <a:ext cx="1715597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89" name="Text Placeholder 85">
            <a:extLst>
              <a:ext uri="{FF2B5EF4-FFF2-40B4-BE49-F238E27FC236}">
                <a16:creationId xmlns:a16="http://schemas.microsoft.com/office/drawing/2014/main" id="{5C538395-B0BD-2735-D3D9-A17B903640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515699" y="3814694"/>
            <a:ext cx="1743030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1" name="Text Placeholder 85">
            <a:extLst>
              <a:ext uri="{FF2B5EF4-FFF2-40B4-BE49-F238E27FC236}">
                <a16:creationId xmlns:a16="http://schemas.microsoft.com/office/drawing/2014/main" id="{1984A64A-3079-81EF-50A5-7442E25018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67322" y="2941118"/>
            <a:ext cx="1764663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B05228-2AA1-9E53-564D-DD33D19E11EC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rgbClr val="0055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209180F-3FCE-6902-B2A8-0F265AD2EF6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94473" y="4216348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AD97DBE-3A95-64DF-AE70-4016E8068A3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20366" y="4215926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A678E2C-5BCA-C1AD-AEC6-B094BF17EE5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753459" y="3348243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21" name="Footer Placeholder 29">
            <a:extLst>
              <a:ext uri="{FF2B5EF4-FFF2-40B4-BE49-F238E27FC236}">
                <a16:creationId xmlns:a16="http://schemas.microsoft.com/office/drawing/2014/main" id="{107244FD-386D-DFDA-2F5D-DEDB351FC4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E8F76A40-0047-81E1-C392-F09843976E7E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94AE12C-EE0C-CA33-F367-9E520AC185E3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A56F8F4A-C2B7-28BD-DEA1-ABFB840174CE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84987A6E-B324-5E4F-4AAB-FE1D1ED371B5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4D326387-EFF9-DA4D-E28B-17D1F20AC1E8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D1019781-F488-6941-1E05-44276CF5338E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709987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DF6BF1A-7297-3367-B865-455236DE490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VE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DE9FFFE-E8E4-1B60-E6C7-9EE6D8C1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6727"/>
            <a:ext cx="1065362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47" name="Slide Number Placeholder 12">
            <a:extLst>
              <a:ext uri="{FF2B5EF4-FFF2-40B4-BE49-F238E27FC236}">
                <a16:creationId xmlns:a16="http://schemas.microsoft.com/office/drawing/2014/main" id="{AA9A53E4-1AE6-A383-72E6-410619EA2CA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713695" y="619029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DAA3680F-3D74-2D79-4CF2-EC568E0E1B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4551" y="3603625"/>
            <a:ext cx="4500562" cy="1200150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0DA7257C-E9E5-72DE-44DE-2F3CB70D4D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83400" y="3603625"/>
            <a:ext cx="4500562" cy="120015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5" name="Text Placeholder 71">
            <a:extLst>
              <a:ext uri="{FF2B5EF4-FFF2-40B4-BE49-F238E27FC236}">
                <a16:creationId xmlns:a16="http://schemas.microsoft.com/office/drawing/2014/main" id="{F28EA782-2797-9E3A-B37E-989C2EBB4E8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42096" y="2782888"/>
            <a:ext cx="1941536" cy="522287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F6F3D8-11C7-2AFB-98FA-03CC25F32870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578100C4-F7F1-A9E3-7B13-653E6A43F78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1888456" y="6191737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ECE85387-715E-5870-7BE2-3A6F82639AF2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E69148-D944-8D13-43C9-B323087D96B8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D912A47-AFBE-C4F6-6A3E-8FF449AF664B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0AC72128-AE93-3BEF-5E44-0CEA9E8750BC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DFB417D-1B9B-D2B7-85A3-8EF27B7B2E0A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ACE5E952-2AB1-E582-6007-E0F614FCB93A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158523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867C21-25EA-77BE-8893-B7E49D450F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59196FA-354A-86F3-A9D1-1B902A3982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6137" y="0"/>
            <a:ext cx="5935863" cy="6857992"/>
          </a:xfrm>
          <a:custGeom>
            <a:avLst/>
            <a:gdLst>
              <a:gd name="connsiteX0" fmla="*/ 1545830 w 5935863"/>
              <a:gd name="connsiteY0" fmla="*/ 0 h 6857992"/>
              <a:gd name="connsiteX1" fmla="*/ 5935863 w 5935863"/>
              <a:gd name="connsiteY1" fmla="*/ 0 h 6857992"/>
              <a:gd name="connsiteX2" fmla="*/ 5935863 w 5935863"/>
              <a:gd name="connsiteY2" fmla="*/ 6857992 h 6857992"/>
              <a:gd name="connsiteX3" fmla="*/ 2613780 w 5935863"/>
              <a:gd name="connsiteY3" fmla="*/ 6857619 h 6857992"/>
              <a:gd name="connsiteX4" fmla="*/ 2213941 w 5935863"/>
              <a:gd name="connsiteY4" fmla="*/ 6614827 h 6857992"/>
              <a:gd name="connsiteX5" fmla="*/ 627058 w 5935863"/>
              <a:gd name="connsiteY5" fmla="*/ 947452 h 6857992"/>
              <a:gd name="connsiteX6" fmla="*/ 1545830 w 5935863"/>
              <a:gd name="connsiteY6" fmla="*/ 0 h 685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863" h="6857992">
                <a:moveTo>
                  <a:pt x="1545830" y="0"/>
                </a:moveTo>
                <a:lnTo>
                  <a:pt x="5935863" y="0"/>
                </a:lnTo>
                <a:lnTo>
                  <a:pt x="5935863" y="6857992"/>
                </a:lnTo>
                <a:lnTo>
                  <a:pt x="2613780" y="6857619"/>
                </a:lnTo>
                <a:cubicBezTo>
                  <a:pt x="2479358" y="6783200"/>
                  <a:pt x="2346078" y="6702267"/>
                  <a:pt x="2213941" y="6614827"/>
                </a:cubicBezTo>
                <a:cubicBezTo>
                  <a:pt x="35868" y="5175314"/>
                  <a:pt x="-620058" y="2831306"/>
                  <a:pt x="627058" y="947452"/>
                </a:cubicBezTo>
                <a:cubicBezTo>
                  <a:pt x="871030" y="576628"/>
                  <a:pt x="1182738" y="255189"/>
                  <a:pt x="1545830" y="0"/>
                </a:cubicBezTo>
                <a:close/>
              </a:path>
            </a:pathLst>
          </a:cu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V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F3EEB3-3DAF-D947-B830-7B0DD4A7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6727"/>
            <a:ext cx="4622165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60" name="Text Placeholder 49">
            <a:extLst>
              <a:ext uri="{FF2B5EF4-FFF2-40B4-BE49-F238E27FC236}">
                <a16:creationId xmlns:a16="http://schemas.microsoft.com/office/drawing/2014/main" id="{D5336959-7567-0BF2-460B-B543192101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4551" y="2923092"/>
            <a:ext cx="4500562" cy="1200150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1" name="Text Placeholder 49">
            <a:extLst>
              <a:ext uri="{FF2B5EF4-FFF2-40B4-BE49-F238E27FC236}">
                <a16:creationId xmlns:a16="http://schemas.microsoft.com/office/drawing/2014/main" id="{0DA11735-5F7D-DDB2-0A57-0FFAC7B014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9788" y="4464207"/>
            <a:ext cx="4500562" cy="120015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723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867C21-25EA-77BE-8893-B7E49D450F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59196FA-354A-86F3-A9D1-1B902A3982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6137" y="0"/>
            <a:ext cx="5935863" cy="6857992"/>
          </a:xfrm>
          <a:custGeom>
            <a:avLst/>
            <a:gdLst>
              <a:gd name="connsiteX0" fmla="*/ 1545830 w 5935863"/>
              <a:gd name="connsiteY0" fmla="*/ 0 h 6857992"/>
              <a:gd name="connsiteX1" fmla="*/ 5935863 w 5935863"/>
              <a:gd name="connsiteY1" fmla="*/ 0 h 6857992"/>
              <a:gd name="connsiteX2" fmla="*/ 5935863 w 5935863"/>
              <a:gd name="connsiteY2" fmla="*/ 6857992 h 6857992"/>
              <a:gd name="connsiteX3" fmla="*/ 2613780 w 5935863"/>
              <a:gd name="connsiteY3" fmla="*/ 6857619 h 6857992"/>
              <a:gd name="connsiteX4" fmla="*/ 2213941 w 5935863"/>
              <a:gd name="connsiteY4" fmla="*/ 6614827 h 6857992"/>
              <a:gd name="connsiteX5" fmla="*/ 627058 w 5935863"/>
              <a:gd name="connsiteY5" fmla="*/ 947452 h 6857992"/>
              <a:gd name="connsiteX6" fmla="*/ 1545830 w 5935863"/>
              <a:gd name="connsiteY6" fmla="*/ 0 h 685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863" h="6857992">
                <a:moveTo>
                  <a:pt x="1545830" y="0"/>
                </a:moveTo>
                <a:lnTo>
                  <a:pt x="5935863" y="0"/>
                </a:lnTo>
                <a:lnTo>
                  <a:pt x="5935863" y="6857992"/>
                </a:lnTo>
                <a:lnTo>
                  <a:pt x="2613780" y="6857619"/>
                </a:lnTo>
                <a:cubicBezTo>
                  <a:pt x="2479358" y="6783200"/>
                  <a:pt x="2346078" y="6702267"/>
                  <a:pt x="2213941" y="6614827"/>
                </a:cubicBezTo>
                <a:cubicBezTo>
                  <a:pt x="35868" y="5175314"/>
                  <a:pt x="-620058" y="2831306"/>
                  <a:pt x="627058" y="947452"/>
                </a:cubicBezTo>
                <a:cubicBezTo>
                  <a:pt x="871030" y="576628"/>
                  <a:pt x="1182738" y="255189"/>
                  <a:pt x="1545830" y="0"/>
                </a:cubicBezTo>
                <a:close/>
              </a:path>
            </a:pathLst>
          </a:cu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V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F3EEB3-3DAF-D947-B830-7B0DD4A7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6727"/>
            <a:ext cx="4622165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60" name="Text Placeholder 49">
            <a:extLst>
              <a:ext uri="{FF2B5EF4-FFF2-40B4-BE49-F238E27FC236}">
                <a16:creationId xmlns:a16="http://schemas.microsoft.com/office/drawing/2014/main" id="{D5336959-7567-0BF2-460B-B543192101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4551" y="2923092"/>
            <a:ext cx="4500562" cy="1200150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1" name="Text Placeholder 49">
            <a:extLst>
              <a:ext uri="{FF2B5EF4-FFF2-40B4-BE49-F238E27FC236}">
                <a16:creationId xmlns:a16="http://schemas.microsoft.com/office/drawing/2014/main" id="{0DA11735-5F7D-DDB2-0A57-0FFAC7B014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9788" y="4464207"/>
            <a:ext cx="4500562" cy="120015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321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867C21-25EA-77BE-8893-B7E49D450F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59196FA-354A-86F3-A9D1-1B902A3982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6137" y="0"/>
            <a:ext cx="5935863" cy="6857992"/>
          </a:xfrm>
          <a:custGeom>
            <a:avLst/>
            <a:gdLst>
              <a:gd name="connsiteX0" fmla="*/ 1545830 w 5935863"/>
              <a:gd name="connsiteY0" fmla="*/ 0 h 6857992"/>
              <a:gd name="connsiteX1" fmla="*/ 5935863 w 5935863"/>
              <a:gd name="connsiteY1" fmla="*/ 0 h 6857992"/>
              <a:gd name="connsiteX2" fmla="*/ 5935863 w 5935863"/>
              <a:gd name="connsiteY2" fmla="*/ 6857992 h 6857992"/>
              <a:gd name="connsiteX3" fmla="*/ 2613780 w 5935863"/>
              <a:gd name="connsiteY3" fmla="*/ 6857619 h 6857992"/>
              <a:gd name="connsiteX4" fmla="*/ 2213941 w 5935863"/>
              <a:gd name="connsiteY4" fmla="*/ 6614827 h 6857992"/>
              <a:gd name="connsiteX5" fmla="*/ 627058 w 5935863"/>
              <a:gd name="connsiteY5" fmla="*/ 947452 h 6857992"/>
              <a:gd name="connsiteX6" fmla="*/ 1545830 w 5935863"/>
              <a:gd name="connsiteY6" fmla="*/ 0 h 685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863" h="6857992">
                <a:moveTo>
                  <a:pt x="1545830" y="0"/>
                </a:moveTo>
                <a:lnTo>
                  <a:pt x="5935863" y="0"/>
                </a:lnTo>
                <a:lnTo>
                  <a:pt x="5935863" y="6857992"/>
                </a:lnTo>
                <a:lnTo>
                  <a:pt x="2613780" y="6857619"/>
                </a:lnTo>
                <a:cubicBezTo>
                  <a:pt x="2479358" y="6783200"/>
                  <a:pt x="2346078" y="6702267"/>
                  <a:pt x="2213941" y="6614827"/>
                </a:cubicBezTo>
                <a:cubicBezTo>
                  <a:pt x="35868" y="5175314"/>
                  <a:pt x="-620058" y="2831306"/>
                  <a:pt x="627058" y="947452"/>
                </a:cubicBezTo>
                <a:cubicBezTo>
                  <a:pt x="871030" y="576628"/>
                  <a:pt x="1182738" y="255189"/>
                  <a:pt x="1545830" y="0"/>
                </a:cubicBezTo>
                <a:close/>
              </a:path>
            </a:pathLst>
          </a:cu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V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F3EEB3-3DAF-D947-B830-7B0DD4A7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6727"/>
            <a:ext cx="4622165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60" name="Text Placeholder 49">
            <a:extLst>
              <a:ext uri="{FF2B5EF4-FFF2-40B4-BE49-F238E27FC236}">
                <a16:creationId xmlns:a16="http://schemas.microsoft.com/office/drawing/2014/main" id="{D5336959-7567-0BF2-460B-B543192101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4551" y="2923092"/>
            <a:ext cx="4500562" cy="1200150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1" name="Text Placeholder 49">
            <a:extLst>
              <a:ext uri="{FF2B5EF4-FFF2-40B4-BE49-F238E27FC236}">
                <a16:creationId xmlns:a16="http://schemas.microsoft.com/office/drawing/2014/main" id="{0DA11735-5F7D-DDB2-0A57-0FFAC7B014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9788" y="4464207"/>
            <a:ext cx="4500562" cy="120015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4756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24">
            <a:extLst>
              <a:ext uri="{FF2B5EF4-FFF2-40B4-BE49-F238E27FC236}">
                <a16:creationId xmlns:a16="http://schemas.microsoft.com/office/drawing/2014/main" id="{3D756759-2F2B-050D-686B-F26D6C56D6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20200" y="3302000"/>
            <a:ext cx="2971800" cy="3556000"/>
          </a:xfrm>
          <a:prstGeom prst="rect">
            <a:avLst/>
          </a:pr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/>
          <a:lstStyle/>
          <a:p>
            <a:endParaRPr lang="en-V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58181F-B9BA-B396-A362-BA145322B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236" y="466727"/>
            <a:ext cx="4622165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rgbClr val="0055B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8B00A1A-ED0B-1202-CA35-8BFBC58978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62103" y="0"/>
            <a:ext cx="3019274" cy="4394200"/>
          </a:xfrm>
          <a:prstGeom prst="rect">
            <a:avLst/>
          </a:pr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/>
          <a:lstStyle/>
          <a:p>
            <a:endParaRPr lang="en-VE" dirty="0"/>
          </a:p>
        </p:txBody>
      </p:sp>
      <p:sp>
        <p:nvSpPr>
          <p:cNvPr id="30" name="Picture Placeholder 24">
            <a:extLst>
              <a:ext uri="{FF2B5EF4-FFF2-40B4-BE49-F238E27FC236}">
                <a16:creationId xmlns:a16="http://schemas.microsoft.com/office/drawing/2014/main" id="{F2D74E2D-63BB-01B0-9463-3ED5654F4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62103" y="4552588"/>
            <a:ext cx="3019274" cy="2305412"/>
          </a:xfrm>
          <a:prstGeom prst="rect">
            <a:avLst/>
          </a:pr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/>
          <a:lstStyle/>
          <a:p>
            <a:endParaRPr lang="en-VE" dirty="0"/>
          </a:p>
        </p:txBody>
      </p:sp>
      <p:sp>
        <p:nvSpPr>
          <p:cNvPr id="31" name="Picture Placeholder 24">
            <a:extLst>
              <a:ext uri="{FF2B5EF4-FFF2-40B4-BE49-F238E27FC236}">
                <a16:creationId xmlns:a16="http://schemas.microsoft.com/office/drawing/2014/main" id="{E2FC4772-FBE1-0BAC-9B3A-A9E8B7FBFD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20200" y="0"/>
            <a:ext cx="2971800" cy="3149600"/>
          </a:xfrm>
          <a:prstGeom prst="rect">
            <a:avLst/>
          </a:pr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/>
          <a:lstStyle/>
          <a:p>
            <a:endParaRPr lang="en-VE" dirty="0"/>
          </a:p>
        </p:txBody>
      </p:sp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33A9490E-EFE9-16C0-78CF-FDD48E11FA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4236" y="2923092"/>
            <a:ext cx="4500279" cy="12111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Tx/>
              <a:buNone/>
              <a:tabLst/>
              <a:defRPr/>
            </a:pPr>
            <a:endParaRPr lang="en-VE" b="0" i="0" dirty="0">
              <a:solidFill>
                <a:srgbClr val="63646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FC7A42-A9CD-4E87-FA45-837B14394F02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E5988658-CA42-B83B-D639-1D2E207060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B239B596-7D19-AEC0-2037-FDB9B5624555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A227182A-F744-2F3C-119A-33CD7AB99617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E76F5E6-A9C8-EBFF-D969-CCFADE917A02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21AD570-22BB-6689-AC25-4F3112654329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E9C3A5AD-1F4B-A5B7-43D8-58706DB7995A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EDBC358-49D1-3B68-1672-7986B8C68A7B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9656227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E13B76-43A0-246D-0060-9C397E3DBF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B6EAA7F-40D0-325B-6645-11FDF22DE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780928"/>
            <a:ext cx="9144000" cy="180420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2" name="Picture 8">
            <a:extLst>
              <a:ext uri="{FF2B5EF4-FFF2-40B4-BE49-F238E27FC236}">
                <a16:creationId xmlns:a16="http://schemas.microsoft.com/office/drawing/2014/main" id="{6D46A4E4-9684-6D6A-DDAC-9E51CEF4E5FB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64F772B4-2FEA-2FE7-9BC9-A68A93717E67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165B965A-71C4-6C72-B992-F800C8D359DB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853B148-D86E-1629-CC56-2FF613A91995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B0D3DF70-7C92-2A34-24AC-AFD0AF0C0CAF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5A74F64C-47AC-64A5-A560-27A05E8FAA52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0887222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AB2B4B-2C94-372C-7571-E9AFAEB71C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B6EAA7F-40D0-325B-6645-11FDF22DE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780928"/>
            <a:ext cx="9144000" cy="180420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2" name="Picture 8">
            <a:extLst>
              <a:ext uri="{FF2B5EF4-FFF2-40B4-BE49-F238E27FC236}">
                <a16:creationId xmlns:a16="http://schemas.microsoft.com/office/drawing/2014/main" id="{6753E839-653F-880E-54E8-F157628B8D47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0610CF02-CA31-0429-D46D-949ACE70A7A1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688ADD10-4BFF-4B6B-9935-0ECD128EF0C2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3E3AE8B2-177A-2CA0-7D5E-00767EFCBD0E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5FC1F93-FB3F-2D85-C7D0-050E81FCDD27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7B3B9435-F1C3-0233-C2E7-20A9279C3F44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8566180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52C0C2-4DA2-C8F2-3827-876BCA4793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B6EAA7F-40D0-325B-6645-11FDF22DE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780928"/>
            <a:ext cx="9144000" cy="180420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2" name="Picture 8">
            <a:extLst>
              <a:ext uri="{FF2B5EF4-FFF2-40B4-BE49-F238E27FC236}">
                <a16:creationId xmlns:a16="http://schemas.microsoft.com/office/drawing/2014/main" id="{BADAE2EA-9806-A19A-350B-B007AE990D09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76495498-7C17-8613-7E31-DBE5816757F3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73D3C51F-D3C0-55D2-77EC-7AB72BBEE81F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915A46A4-D2FF-626A-7DD3-869A13F9DF60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BA91338E-3492-C68E-5008-795F64F97BAE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FE4934E1-AD03-7B82-0411-AEF13AFE1EBA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612049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8CE25-76EC-AA06-B047-5DA95CBB8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AAACAE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87F14C-AD29-62FD-8F58-54384C5A4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E"/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CBBBE254-B8DD-DB07-4858-F06C31172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DA757E-5AAE-B235-26EF-79A4BBF67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1700687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6" r:id="rId3"/>
    <p:sldLayoutId id="2147483650" r:id="rId4"/>
    <p:sldLayoutId id="2147483652" r:id="rId5"/>
    <p:sldLayoutId id="2147483660" r:id="rId6"/>
    <p:sldLayoutId id="2147483664" r:id="rId7"/>
    <p:sldLayoutId id="2147483665" r:id="rId8"/>
    <p:sldLayoutId id="2147483653" r:id="rId9"/>
    <p:sldLayoutId id="2147483654" r:id="rId10"/>
    <p:sldLayoutId id="2147483655" r:id="rId11"/>
    <p:sldLayoutId id="2147483667" r:id="rId12"/>
    <p:sldLayoutId id="2147483656" r:id="rId13"/>
    <p:sldLayoutId id="2147483662" r:id="rId14"/>
    <p:sldLayoutId id="2147483668" r:id="rId15"/>
    <p:sldLayoutId id="2147483657" r:id="rId16"/>
    <p:sldLayoutId id="2147483658" r:id="rId17"/>
    <p:sldLayoutId id="2147483672" r:id="rId18"/>
    <p:sldLayoutId id="2147483671" r:id="rId19"/>
    <p:sldLayoutId id="2147483659" r:id="rId20"/>
    <p:sldLayoutId id="2147483661" r:id="rId21"/>
    <p:sldLayoutId id="2147483669" r:id="rId22"/>
    <p:sldLayoutId id="2147483670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55B8"/>
          </a:solidFill>
          <a:effectLst/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5B8"/>
        </a:buClr>
        <a:buSzPct val="140000"/>
        <a:buFont typeface="Arial" panose="020B0604020202020204" pitchFamily="34" charset="0"/>
        <a:buChar char="•"/>
        <a:defRPr sz="1800" b="0" i="0" kern="1200">
          <a:solidFill>
            <a:srgbClr val="63646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55B8"/>
        </a:buClr>
        <a:buSzPct val="140000"/>
        <a:buFont typeface="Arial" panose="020B0604020202020204" pitchFamily="34" charset="0"/>
        <a:buChar char="•"/>
        <a:defRPr sz="1800" b="0" i="0" kern="1200">
          <a:solidFill>
            <a:srgbClr val="63646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55B8"/>
        </a:buClr>
        <a:buSzPct val="140000"/>
        <a:buFont typeface="Arial" panose="020B0604020202020204" pitchFamily="34" charset="0"/>
        <a:buChar char="•"/>
        <a:defRPr sz="1800" b="0" i="0" kern="1200">
          <a:solidFill>
            <a:srgbClr val="63646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55B8"/>
        </a:buClr>
        <a:buSzPct val="140000"/>
        <a:buFont typeface="Arial" panose="020B0604020202020204" pitchFamily="34" charset="0"/>
        <a:buChar char="•"/>
        <a:defRPr sz="1800" b="0" i="0" kern="1200">
          <a:solidFill>
            <a:srgbClr val="63646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55B8"/>
        </a:buClr>
        <a:buSzPct val="140000"/>
        <a:buFont typeface="Arial" panose="020B0604020202020204" pitchFamily="34" charset="0"/>
        <a:buChar char="•"/>
        <a:defRPr sz="1800" b="0" i="0" kern="1200">
          <a:solidFill>
            <a:srgbClr val="63646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5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openxmlformats.org/officeDocument/2006/relationships/image" Target="../media/image41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0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soportearu.inter.com.ve/accounts/login/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8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11.png"/><Relationship Id="rId9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6C7B-7E75-E5E2-12FF-82406E200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400" y="2060849"/>
            <a:ext cx="4203514" cy="1072518"/>
          </a:xfrm>
        </p:spPr>
        <p:txBody>
          <a:bodyPr/>
          <a:lstStyle/>
          <a:p>
            <a:r>
              <a:rPr lang="es-ES" sz="7200" b="1" dirty="0">
                <a:latin typeface="Branding SF Narrow Black It" panose="00000A06000000000000" pitchFamily="2" charset="0"/>
              </a:rPr>
              <a:t>Red FTTH</a:t>
            </a:r>
            <a:endParaRPr lang="en-VE" sz="7200" b="1" dirty="0">
              <a:latin typeface="Branding SF Narrow Black It" panose="00000A06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616CE-84CA-D9C8-A940-90E895718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400" y="3140968"/>
            <a:ext cx="5040560" cy="1224136"/>
          </a:xfrm>
        </p:spPr>
        <p:txBody>
          <a:bodyPr/>
          <a:lstStyle/>
          <a:p>
            <a:r>
              <a:rPr lang="es-ES" sz="3600" b="1" dirty="0">
                <a:latin typeface="Branding SF Narrow SemiBold" panose="00000706000000000000" pitchFamily="2" charset="0"/>
              </a:rPr>
              <a:t>Para las Unidades de Negocio </a:t>
            </a:r>
            <a:endParaRPr lang="en-VE" sz="3600" b="1" dirty="0">
              <a:latin typeface="Branding SF Narrow SemiBold" panose="00000706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AFCCB-AD3C-722B-A765-91488A2438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7064" y="6173470"/>
            <a:ext cx="4114800" cy="365125"/>
          </a:xfrm>
        </p:spPr>
        <p:txBody>
          <a:bodyPr/>
          <a:lstStyle/>
          <a:p>
            <a:r>
              <a:rPr lang="es-ES" dirty="0"/>
              <a:t>VICEPRESIDENCIA DE INGENIERÍA </a:t>
            </a:r>
          </a:p>
          <a:p>
            <a:r>
              <a:rPr lang="es-ES" dirty="0"/>
              <a:t>OPERACIONES TÉCNICAS</a:t>
            </a:r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85242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916D9AE0-8A84-B9B5-9AC7-1CC10D40CE4D}"/>
              </a:ext>
            </a:extLst>
          </p:cNvPr>
          <p:cNvSpPr/>
          <p:nvPr/>
        </p:nvSpPr>
        <p:spPr>
          <a:xfrm>
            <a:off x="6744072" y="5373216"/>
            <a:ext cx="3329663" cy="1090298"/>
          </a:xfrm>
          <a:prstGeom prst="rect">
            <a:avLst/>
          </a:prstGeom>
          <a:solidFill>
            <a:srgbClr val="AAAC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1E7F8A3-ACA2-9175-2DBC-09E8DDBDE2A2}"/>
              </a:ext>
            </a:extLst>
          </p:cNvPr>
          <p:cNvSpPr/>
          <p:nvPr/>
        </p:nvSpPr>
        <p:spPr>
          <a:xfrm>
            <a:off x="10393347" y="5229200"/>
            <a:ext cx="1319277" cy="1242632"/>
          </a:xfrm>
          <a:prstGeom prst="rect">
            <a:avLst/>
          </a:prstGeom>
          <a:solidFill>
            <a:srgbClr val="AAAC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B281E2F-F6AE-9A0F-556B-B803BA119AAF}"/>
              </a:ext>
            </a:extLst>
          </p:cNvPr>
          <p:cNvSpPr/>
          <p:nvPr/>
        </p:nvSpPr>
        <p:spPr>
          <a:xfrm>
            <a:off x="9768248" y="2852176"/>
            <a:ext cx="2421891" cy="1800960"/>
          </a:xfrm>
          <a:prstGeom prst="rect">
            <a:avLst/>
          </a:prstGeom>
          <a:solidFill>
            <a:srgbClr val="AAAC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C1ADF22-00FA-C4E6-70B6-0FC4EE46F71A}"/>
              </a:ext>
            </a:extLst>
          </p:cNvPr>
          <p:cNvSpPr/>
          <p:nvPr/>
        </p:nvSpPr>
        <p:spPr>
          <a:xfrm>
            <a:off x="7202502" y="2852936"/>
            <a:ext cx="2421890" cy="2078394"/>
          </a:xfrm>
          <a:prstGeom prst="rect">
            <a:avLst/>
          </a:prstGeom>
          <a:solidFill>
            <a:srgbClr val="AAAC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6F76EE3-037D-1DEA-3F0C-1650C3BFC4FB}"/>
              </a:ext>
            </a:extLst>
          </p:cNvPr>
          <p:cNvSpPr/>
          <p:nvPr/>
        </p:nvSpPr>
        <p:spPr>
          <a:xfrm>
            <a:off x="7265403" y="2925704"/>
            <a:ext cx="2307986" cy="19383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4BBDDD3-D5CD-B723-5107-ACAF281B4D89}"/>
              </a:ext>
            </a:extLst>
          </p:cNvPr>
          <p:cNvSpPr/>
          <p:nvPr/>
        </p:nvSpPr>
        <p:spPr>
          <a:xfrm>
            <a:off x="9401411" y="-27383"/>
            <a:ext cx="2743261" cy="2448272"/>
          </a:xfrm>
          <a:prstGeom prst="rect">
            <a:avLst/>
          </a:prstGeom>
          <a:solidFill>
            <a:srgbClr val="AAAC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FCE0AC2-A855-B949-DF01-232FAFDBDB57}"/>
              </a:ext>
            </a:extLst>
          </p:cNvPr>
          <p:cNvSpPr/>
          <p:nvPr/>
        </p:nvSpPr>
        <p:spPr>
          <a:xfrm>
            <a:off x="5851301" y="8888"/>
            <a:ext cx="3485059" cy="2412000"/>
          </a:xfrm>
          <a:prstGeom prst="rect">
            <a:avLst/>
          </a:prstGeom>
          <a:solidFill>
            <a:srgbClr val="AAAC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95ED890-E60F-3964-86D9-8089C4079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968" y="94645"/>
            <a:ext cx="3389387" cy="221770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E0084D4-4C51-60BE-9272-D2035FD6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1" y="116632"/>
            <a:ext cx="2304256" cy="720079"/>
          </a:xfrm>
        </p:spPr>
        <p:txBody>
          <a:bodyPr/>
          <a:lstStyle/>
          <a:p>
            <a:r>
              <a:rPr lang="es-ES" dirty="0">
                <a:latin typeface="Branding SF Narrow Black It" panose="00000A06000000000000" pitchFamily="2" charset="0"/>
              </a:rPr>
              <a:t>RED FTTH</a:t>
            </a:r>
            <a:endParaRPr lang="en-VE" dirty="0">
              <a:latin typeface="Branding SF Narrow Black It" panose="00000A06000000000000" pitchFamily="2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4009801-8A92-048F-B6B1-2ED684555A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400" y="764703"/>
            <a:ext cx="3019275" cy="553152"/>
          </a:xfrm>
        </p:spPr>
        <p:txBody>
          <a:bodyPr>
            <a:normAutofit/>
          </a:bodyPr>
          <a:lstStyle/>
          <a:p>
            <a:r>
              <a:rPr lang="es-ES" sz="2800" dirty="0">
                <a:latin typeface="Branding SF Narrow SemiBold" panose="00000706000000000000" pitchFamily="2" charset="0"/>
              </a:rPr>
              <a:t>Hardware de la red </a:t>
            </a:r>
            <a:endParaRPr lang="en-VE" sz="2800" dirty="0">
              <a:latin typeface="Branding SF Narrow SemiBold" panose="00000706000000000000" pitchFamily="2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E690862-69CA-D762-4D48-B3DD239299C8}"/>
              </a:ext>
            </a:extLst>
          </p:cNvPr>
          <p:cNvSpPr txBox="1">
            <a:spLocks/>
          </p:cNvSpPr>
          <p:nvPr/>
        </p:nvSpPr>
        <p:spPr>
          <a:xfrm>
            <a:off x="1703512" y="616021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r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AAACAE"/>
                </a:solidFill>
              </a:rPr>
              <a:t>VICEPRESIDENCIA DE INGENIERÍA </a:t>
            </a:r>
          </a:p>
          <a:p>
            <a:pPr algn="l"/>
            <a:r>
              <a:rPr lang="en-US" dirty="0">
                <a:solidFill>
                  <a:srgbClr val="AAACAE"/>
                </a:solidFill>
              </a:rPr>
              <a:t>Y OPERACIONES TÉCNICAS</a:t>
            </a:r>
            <a:endParaRPr lang="en-VE" dirty="0">
              <a:solidFill>
                <a:srgbClr val="AAACAE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74C17BD-9DEB-9899-FDFB-88BC089D5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1222312"/>
            <a:ext cx="4456488" cy="285476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6BCCCF6-AACC-BA60-5C32-B873E0AA8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576" y="3408042"/>
            <a:ext cx="4855459" cy="2883502"/>
          </a:xfrm>
          <a:prstGeom prst="rect">
            <a:avLst/>
          </a:prstGeom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C7694C1E-1B63-C3A3-8192-DCE6EDEB07BD}"/>
              </a:ext>
            </a:extLst>
          </p:cNvPr>
          <p:cNvSpPr txBox="1">
            <a:spLocks/>
          </p:cNvSpPr>
          <p:nvPr/>
        </p:nvSpPr>
        <p:spPr>
          <a:xfrm>
            <a:off x="6257291" y="2132856"/>
            <a:ext cx="2647021" cy="988856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>
                <a:solidFill>
                  <a:schemeClr val="tx1"/>
                </a:solidFill>
                <a:latin typeface="Branding SF Narrow SemiBold" panose="00000706000000000000" pitchFamily="2" charset="0"/>
              </a:rPr>
              <a:t>OLT</a:t>
            </a:r>
          </a:p>
        </p:txBody>
      </p:sp>
      <p:pic>
        <p:nvPicPr>
          <p:cNvPr id="17" name="Picture 4" descr="Storage Servers Solutions For Enterprise Architectures | Supermicro">
            <a:extLst>
              <a:ext uri="{FF2B5EF4-FFF2-40B4-BE49-F238E27FC236}">
                <a16:creationId xmlns:a16="http://schemas.microsoft.com/office/drawing/2014/main" id="{4991235F-E6BE-AB96-02B0-4DF7D68BB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6462" y="94646"/>
            <a:ext cx="2672640" cy="22177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D8D9F1EF-C332-F0BA-EC58-8F35FBFD61B5}"/>
              </a:ext>
            </a:extLst>
          </p:cNvPr>
          <p:cNvSpPr txBox="1">
            <a:spLocks/>
          </p:cNvSpPr>
          <p:nvPr/>
        </p:nvSpPr>
        <p:spPr>
          <a:xfrm>
            <a:off x="9480376" y="2132856"/>
            <a:ext cx="2647021" cy="988856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Branding SF Narrow SemiBold" panose="00000706000000000000" pitchFamily="2" charset="0"/>
              </a:rPr>
              <a:t>815</a:t>
            </a:r>
            <a:endParaRPr lang="es-ES" dirty="0">
              <a:solidFill>
                <a:schemeClr val="tx1"/>
              </a:solidFill>
              <a:latin typeface="Branding SF Narrow SemiBold" panose="00000706000000000000" pitchFamily="2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5CE77233-1731-C75B-65C8-D4792E0914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631" y="2997712"/>
            <a:ext cx="2190750" cy="1781175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584D177D-4014-767A-001D-B4B588C1BD35}"/>
              </a:ext>
            </a:extLst>
          </p:cNvPr>
          <p:cNvSpPr txBox="1">
            <a:spLocks/>
          </p:cNvSpPr>
          <p:nvPr/>
        </p:nvSpPr>
        <p:spPr>
          <a:xfrm>
            <a:off x="7121387" y="4826039"/>
            <a:ext cx="2647021" cy="547177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>
                <a:solidFill>
                  <a:schemeClr val="tx1"/>
                </a:solidFill>
                <a:latin typeface="Branding SF Narrow SemiBold" panose="00000706000000000000" pitchFamily="2" charset="0"/>
              </a:rPr>
              <a:t>Receiver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289A028-E292-0219-CB6D-A57AC5C4CF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5883" y="2923693"/>
            <a:ext cx="2209914" cy="1657435"/>
          </a:xfrm>
          <a:prstGeom prst="rect">
            <a:avLst/>
          </a:prstGeom>
        </p:spPr>
      </p:pic>
      <p:sp>
        <p:nvSpPr>
          <p:cNvPr id="27" name="Título 1">
            <a:extLst>
              <a:ext uri="{FF2B5EF4-FFF2-40B4-BE49-F238E27FC236}">
                <a16:creationId xmlns:a16="http://schemas.microsoft.com/office/drawing/2014/main" id="{C6D5E006-DDAF-CD5E-BE2A-5FF4DC7C8CEF}"/>
              </a:ext>
            </a:extLst>
          </p:cNvPr>
          <p:cNvSpPr txBox="1">
            <a:spLocks/>
          </p:cNvSpPr>
          <p:nvPr/>
        </p:nvSpPr>
        <p:spPr>
          <a:xfrm>
            <a:off x="9713675" y="4384360"/>
            <a:ext cx="2647021" cy="988856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 err="1">
                <a:solidFill>
                  <a:schemeClr val="tx1"/>
                </a:solidFill>
                <a:latin typeface="Branding SF Narrow SemiBold" panose="00000706000000000000" pitchFamily="2" charset="0"/>
              </a:rPr>
              <a:t>Splitter</a:t>
            </a:r>
            <a:endParaRPr lang="es-ES" dirty="0">
              <a:solidFill>
                <a:schemeClr val="tx1"/>
              </a:solidFill>
              <a:latin typeface="Branding SF Narrow SemiBold" panose="00000706000000000000" pitchFamily="2" charset="0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CF63F2D8-394A-714B-3902-2EF9430B2A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6080" y="5438938"/>
            <a:ext cx="3185647" cy="94239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618D658-53D8-9B50-BB91-02728D2017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8246" y="5301208"/>
            <a:ext cx="1241245" cy="1080613"/>
          </a:xfrm>
          <a:prstGeom prst="rect">
            <a:avLst/>
          </a:prstGeom>
        </p:spPr>
      </p:pic>
      <p:sp>
        <p:nvSpPr>
          <p:cNvPr id="31" name="Título 1">
            <a:extLst>
              <a:ext uri="{FF2B5EF4-FFF2-40B4-BE49-F238E27FC236}">
                <a16:creationId xmlns:a16="http://schemas.microsoft.com/office/drawing/2014/main" id="{01DB6AE0-98DA-94BD-19A6-10D41E498582}"/>
              </a:ext>
            </a:extLst>
          </p:cNvPr>
          <p:cNvSpPr txBox="1">
            <a:spLocks/>
          </p:cNvSpPr>
          <p:nvPr/>
        </p:nvSpPr>
        <p:spPr>
          <a:xfrm>
            <a:off x="10344472" y="6381328"/>
            <a:ext cx="1376357" cy="477133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>
                <a:solidFill>
                  <a:schemeClr val="tx1"/>
                </a:solidFill>
                <a:latin typeface="Branding SF Narrow SemiBold" panose="00000706000000000000" pitchFamily="2" charset="0"/>
              </a:rPr>
              <a:t>ONU</a:t>
            </a: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BAF661A1-66E6-BB21-5C55-162AF4ADFBE2}"/>
              </a:ext>
            </a:extLst>
          </p:cNvPr>
          <p:cNvSpPr txBox="1">
            <a:spLocks/>
          </p:cNvSpPr>
          <p:nvPr/>
        </p:nvSpPr>
        <p:spPr>
          <a:xfrm>
            <a:off x="7684258" y="6413486"/>
            <a:ext cx="1436078" cy="471898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Branding SF Narrow SemiBold" panose="00000706000000000000" pitchFamily="2" charset="0"/>
              </a:rPr>
              <a:t>EDFA</a:t>
            </a:r>
            <a:endParaRPr lang="es-ES" dirty="0">
              <a:solidFill>
                <a:schemeClr val="tx1"/>
              </a:solidFill>
              <a:latin typeface="Branding SF Narrow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50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0084D4-4C51-60BE-9272-D2035FD6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422" y="530352"/>
            <a:ext cx="1307900" cy="720079"/>
          </a:xfrm>
        </p:spPr>
        <p:txBody>
          <a:bodyPr>
            <a:normAutofit fontScale="90000"/>
          </a:bodyPr>
          <a:lstStyle/>
          <a:p>
            <a:r>
              <a:rPr lang="es-ES" dirty="0">
                <a:latin typeface="Branding SF Narrow Black It" panose="00000A06000000000000" pitchFamily="2" charset="0"/>
              </a:rPr>
              <a:t>RED FTTH</a:t>
            </a:r>
            <a:endParaRPr lang="en-VE" dirty="0">
              <a:latin typeface="Branding SF Narrow Black It" panose="00000A06000000000000" pitchFamily="2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E690862-69CA-D762-4D48-B3DD239299C8}"/>
              </a:ext>
            </a:extLst>
          </p:cNvPr>
          <p:cNvSpPr txBox="1">
            <a:spLocks/>
          </p:cNvSpPr>
          <p:nvPr/>
        </p:nvSpPr>
        <p:spPr>
          <a:xfrm>
            <a:off x="1772146" y="6165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r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AAACAE"/>
                </a:solidFill>
              </a:rPr>
              <a:t>VICEPRESIDENCIA DE INGENIERÍA </a:t>
            </a:r>
          </a:p>
          <a:p>
            <a:pPr algn="l"/>
            <a:r>
              <a:rPr lang="en-US" dirty="0">
                <a:solidFill>
                  <a:srgbClr val="AAACAE"/>
                </a:solidFill>
              </a:rPr>
              <a:t>Y OPERACIONES TÉCNICAS</a:t>
            </a:r>
            <a:endParaRPr lang="en-VE" dirty="0">
              <a:solidFill>
                <a:srgbClr val="AAACAE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CC9D66-669E-CABE-3D90-BFE4B011D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783" y="459492"/>
            <a:ext cx="2743529" cy="23214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D4E60A9-2432-AA11-7E5B-549A9D931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309" y="2672687"/>
            <a:ext cx="2306955" cy="91957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4A77FC6-B9F9-4D93-214D-0DB01A416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266" y="1664208"/>
            <a:ext cx="1343134" cy="121939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5B31047-1ABA-6757-5C6D-1070ACC9C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600" y="3608831"/>
            <a:ext cx="1343134" cy="121939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726512A-7684-FA38-3D83-12F7AA9CAF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1894" y="1355979"/>
            <a:ext cx="2083836" cy="10763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072878D-ED59-C788-A7C5-B903F858B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070" y="2853880"/>
            <a:ext cx="2083836" cy="1076325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0192AEF1-5E1E-8321-010F-9AF330B18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1894" y="4330827"/>
            <a:ext cx="2083836" cy="1076325"/>
          </a:xfrm>
          <a:prstGeom prst="rect">
            <a:avLst/>
          </a:prstGeom>
        </p:spPr>
      </p:pic>
      <p:cxnSp>
        <p:nvCxnSpPr>
          <p:cNvPr id="35" name="Conector angular 10">
            <a:extLst>
              <a:ext uri="{FF2B5EF4-FFF2-40B4-BE49-F238E27FC236}">
                <a16:creationId xmlns:a16="http://schemas.microsoft.com/office/drawing/2014/main" id="{DF21D4D2-67AE-D95D-6638-AA1D30A64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42925" y="3392042"/>
            <a:ext cx="2470720" cy="90105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r 13">
            <a:extLst>
              <a:ext uri="{FF2B5EF4-FFF2-40B4-BE49-F238E27FC236}">
                <a16:creationId xmlns:a16="http://schemas.microsoft.com/office/drawing/2014/main" id="{D11BD014-9AEF-56B6-8628-2F5C09880A66}"/>
              </a:ext>
            </a:extLst>
          </p:cNvPr>
          <p:cNvCxnSpPr/>
          <p:nvPr/>
        </p:nvCxnSpPr>
        <p:spPr>
          <a:xfrm>
            <a:off x="4156125" y="2273903"/>
            <a:ext cx="3419856" cy="9813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16">
            <a:extLst>
              <a:ext uri="{FF2B5EF4-FFF2-40B4-BE49-F238E27FC236}">
                <a16:creationId xmlns:a16="http://schemas.microsoft.com/office/drawing/2014/main" id="{DB65EB50-9FB2-E0B9-C4B9-16913006D266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40216" y="1894142"/>
            <a:ext cx="1489372" cy="13611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r 18">
            <a:extLst>
              <a:ext uri="{FF2B5EF4-FFF2-40B4-BE49-F238E27FC236}">
                <a16:creationId xmlns:a16="http://schemas.microsoft.com/office/drawing/2014/main" id="{D7305391-C887-4D90-546E-943D317C18D8}"/>
              </a:ext>
            </a:extLst>
          </p:cNvPr>
          <p:cNvCxnSpPr>
            <a:cxnSpLocks/>
          </p:cNvCxnSpPr>
          <p:nvPr/>
        </p:nvCxnSpPr>
        <p:spPr>
          <a:xfrm rot="10800000">
            <a:off x="7607708" y="3335847"/>
            <a:ext cx="2592748" cy="5619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r 21">
            <a:extLst>
              <a:ext uri="{FF2B5EF4-FFF2-40B4-BE49-F238E27FC236}">
                <a16:creationId xmlns:a16="http://schemas.microsoft.com/office/drawing/2014/main" id="{743284F1-5022-9381-9E7F-DE7C2B208D30}"/>
              </a:ext>
            </a:extLst>
          </p:cNvPr>
          <p:cNvCxnSpPr>
            <a:cxnSpLocks/>
          </p:cNvCxnSpPr>
          <p:nvPr/>
        </p:nvCxnSpPr>
        <p:spPr>
          <a:xfrm rot="10800000">
            <a:off x="7320136" y="3404405"/>
            <a:ext cx="2203767" cy="146475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4BB0FF2-8131-9EE1-641E-F125DE0E157C}"/>
              </a:ext>
            </a:extLst>
          </p:cNvPr>
          <p:cNvSpPr txBox="1"/>
          <p:nvPr/>
        </p:nvSpPr>
        <p:spPr>
          <a:xfrm>
            <a:off x="3445097" y="134847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OLT1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E6F4CAD-E6CC-F8C7-B637-E534BC86CC69}"/>
              </a:ext>
            </a:extLst>
          </p:cNvPr>
          <p:cNvSpPr txBox="1"/>
          <p:nvPr/>
        </p:nvSpPr>
        <p:spPr>
          <a:xfrm>
            <a:off x="10269623" y="2514266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G2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583CA52-C0CE-7633-12BE-7A37FD9B9E0E}"/>
              </a:ext>
            </a:extLst>
          </p:cNvPr>
          <p:cNvSpPr txBox="1"/>
          <p:nvPr/>
        </p:nvSpPr>
        <p:spPr>
          <a:xfrm>
            <a:off x="3949466" y="321806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OLT2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DDA7976-734B-D920-704E-54AF9F9AC057}"/>
              </a:ext>
            </a:extLst>
          </p:cNvPr>
          <p:cNvSpPr txBox="1"/>
          <p:nvPr/>
        </p:nvSpPr>
        <p:spPr>
          <a:xfrm>
            <a:off x="9451894" y="93099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G1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0D9DDBB-7702-430A-8BA2-A395550EC31F}"/>
              </a:ext>
            </a:extLst>
          </p:cNvPr>
          <p:cNvSpPr txBox="1"/>
          <p:nvPr/>
        </p:nvSpPr>
        <p:spPr>
          <a:xfrm>
            <a:off x="9451894" y="3982449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G3</a:t>
            </a:r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C564C48F-EB0D-F82F-4CB5-60D36DB3E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8000" y="4550223"/>
            <a:ext cx="1495865" cy="1015140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414FA5F7-CD71-2ECA-B7F7-1063DC570A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0415" y="5714844"/>
            <a:ext cx="1495865" cy="1015140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1F7AE3D1-783A-2E3E-253E-91AB11C48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999" y="4827720"/>
            <a:ext cx="1495865" cy="1015140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5DCF6BDC-E6E0-344C-EEEF-88955A2C7D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5498" y="22782"/>
            <a:ext cx="1495865" cy="1015140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33A4FDB4-F2DA-1812-8414-A93FBDD112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063" y="78903"/>
            <a:ext cx="1495865" cy="1015140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417D191D-65F5-F64D-EDC8-FB043216F5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2038" y="1258763"/>
            <a:ext cx="1495865" cy="1015140"/>
          </a:xfrm>
          <a:prstGeom prst="rect">
            <a:avLst/>
          </a:prstGeom>
        </p:spPr>
      </p:pic>
      <p:cxnSp>
        <p:nvCxnSpPr>
          <p:cNvPr id="51" name="Conector angular 11">
            <a:extLst>
              <a:ext uri="{FF2B5EF4-FFF2-40B4-BE49-F238E27FC236}">
                <a16:creationId xmlns:a16="http://schemas.microsoft.com/office/drawing/2014/main" id="{CAC4E3AC-5FB1-FA09-2DB4-405FE35C5B1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8738" y="1175522"/>
            <a:ext cx="1130865" cy="447320"/>
          </a:xfrm>
          <a:prstGeom prst="bentConnector3">
            <a:avLst>
              <a:gd name="adj1" fmla="val 8898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angular 35">
            <a:extLst>
              <a:ext uri="{FF2B5EF4-FFF2-40B4-BE49-F238E27FC236}">
                <a16:creationId xmlns:a16="http://schemas.microsoft.com/office/drawing/2014/main" id="{6191C2F6-B6F0-E68F-39B2-B51A02EF897F}"/>
              </a:ext>
            </a:extLst>
          </p:cNvPr>
          <p:cNvCxnSpPr>
            <a:cxnSpLocks/>
          </p:cNvCxnSpPr>
          <p:nvPr/>
        </p:nvCxnSpPr>
        <p:spPr>
          <a:xfrm rot="5400000">
            <a:off x="3987791" y="936861"/>
            <a:ext cx="1448709" cy="951819"/>
          </a:xfrm>
          <a:prstGeom prst="bentConnector3">
            <a:avLst>
              <a:gd name="adj1" fmla="val 8043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36">
            <a:extLst>
              <a:ext uri="{FF2B5EF4-FFF2-40B4-BE49-F238E27FC236}">
                <a16:creationId xmlns:a16="http://schemas.microsoft.com/office/drawing/2014/main" id="{683B1FAD-00B9-D40D-EE3B-FD7085ED0A98}"/>
              </a:ext>
            </a:extLst>
          </p:cNvPr>
          <p:cNvCxnSpPr>
            <a:cxnSpLocks/>
          </p:cNvCxnSpPr>
          <p:nvPr/>
        </p:nvCxnSpPr>
        <p:spPr>
          <a:xfrm>
            <a:off x="3523989" y="2060103"/>
            <a:ext cx="611114" cy="60187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angular 37">
            <a:extLst>
              <a:ext uri="{FF2B5EF4-FFF2-40B4-BE49-F238E27FC236}">
                <a16:creationId xmlns:a16="http://schemas.microsoft.com/office/drawing/2014/main" id="{BDC2E16B-0341-F658-6E6C-E09A9B41EA85}"/>
              </a:ext>
            </a:extLst>
          </p:cNvPr>
          <p:cNvCxnSpPr>
            <a:cxnSpLocks/>
          </p:cNvCxnSpPr>
          <p:nvPr/>
        </p:nvCxnSpPr>
        <p:spPr>
          <a:xfrm>
            <a:off x="4742924" y="4293097"/>
            <a:ext cx="914401" cy="63958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angular 38">
            <a:extLst>
              <a:ext uri="{FF2B5EF4-FFF2-40B4-BE49-F238E27FC236}">
                <a16:creationId xmlns:a16="http://schemas.microsoft.com/office/drawing/2014/main" id="{0A922637-8FE2-7BFB-1D1D-AC51106F9D43}"/>
              </a:ext>
            </a:extLst>
          </p:cNvPr>
          <p:cNvCxnSpPr/>
          <p:nvPr/>
        </p:nvCxnSpPr>
        <p:spPr>
          <a:xfrm rot="5400000" flipH="1" flipV="1">
            <a:off x="3344437" y="4311217"/>
            <a:ext cx="1039118" cy="85373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angular 39">
            <a:extLst>
              <a:ext uri="{FF2B5EF4-FFF2-40B4-BE49-F238E27FC236}">
                <a16:creationId xmlns:a16="http://schemas.microsoft.com/office/drawing/2014/main" id="{A691BB89-B28D-EC2F-8500-6B6210497A1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19210" y="5054541"/>
            <a:ext cx="1786509" cy="33908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8A2FBA6-4376-D197-0401-E46D069C7212}"/>
              </a:ext>
            </a:extLst>
          </p:cNvPr>
          <p:cNvSpPr txBox="1"/>
          <p:nvPr/>
        </p:nvSpPr>
        <p:spPr>
          <a:xfrm>
            <a:off x="5269304" y="1491742"/>
            <a:ext cx="1179576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+mj-lt"/>
              </a:rPr>
              <a:t>Demonio</a:t>
            </a:r>
            <a:r>
              <a:rPr lang="en-US" dirty="0">
                <a:latin typeface="+mj-lt"/>
              </a:rPr>
              <a:t> OLT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6E88C53-85CB-0329-3810-9BA911E73DBC}"/>
              </a:ext>
            </a:extLst>
          </p:cNvPr>
          <p:cNvSpPr txBox="1"/>
          <p:nvPr/>
        </p:nvSpPr>
        <p:spPr>
          <a:xfrm>
            <a:off x="8444816" y="550421"/>
            <a:ext cx="1179576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+mj-lt"/>
              </a:rPr>
              <a:t>Demonio</a:t>
            </a:r>
            <a:r>
              <a:rPr lang="en-US" dirty="0">
                <a:latin typeface="+mj-lt"/>
              </a:rPr>
              <a:t> 815</a:t>
            </a:r>
          </a:p>
        </p:txBody>
      </p:sp>
      <p:sp>
        <p:nvSpPr>
          <p:cNvPr id="60" name="Forma libre 49">
            <a:extLst>
              <a:ext uri="{FF2B5EF4-FFF2-40B4-BE49-F238E27FC236}">
                <a16:creationId xmlns:a16="http://schemas.microsoft.com/office/drawing/2014/main" id="{525A1D56-67A3-086D-03AC-5CE495F9FD99}"/>
              </a:ext>
            </a:extLst>
          </p:cNvPr>
          <p:cNvSpPr/>
          <p:nvPr/>
        </p:nvSpPr>
        <p:spPr>
          <a:xfrm>
            <a:off x="3759659" y="1470551"/>
            <a:ext cx="8303419" cy="4571023"/>
          </a:xfrm>
          <a:custGeom>
            <a:avLst/>
            <a:gdLst>
              <a:gd name="connsiteX0" fmla="*/ 133350 w 9906000"/>
              <a:gd name="connsiteY0" fmla="*/ 1933575 h 4714875"/>
              <a:gd name="connsiteX1" fmla="*/ 142875 w 9906000"/>
              <a:gd name="connsiteY1" fmla="*/ 333375 h 4714875"/>
              <a:gd name="connsiteX2" fmla="*/ 1390650 w 9906000"/>
              <a:gd name="connsiteY2" fmla="*/ 361950 h 4714875"/>
              <a:gd name="connsiteX3" fmla="*/ 1524000 w 9906000"/>
              <a:gd name="connsiteY3" fmla="*/ 1076325 h 4714875"/>
              <a:gd name="connsiteX4" fmla="*/ 5362575 w 9906000"/>
              <a:gd name="connsiteY4" fmla="*/ 1076325 h 4714875"/>
              <a:gd name="connsiteX5" fmla="*/ 5353050 w 9906000"/>
              <a:gd name="connsiteY5" fmla="*/ 857250 h 4714875"/>
              <a:gd name="connsiteX6" fmla="*/ 6391275 w 9906000"/>
              <a:gd name="connsiteY6" fmla="*/ 838200 h 4714875"/>
              <a:gd name="connsiteX7" fmla="*/ 6400800 w 9906000"/>
              <a:gd name="connsiteY7" fmla="*/ 0 h 4714875"/>
              <a:gd name="connsiteX8" fmla="*/ 9086850 w 9906000"/>
              <a:gd name="connsiteY8" fmla="*/ 28575 h 4714875"/>
              <a:gd name="connsiteX9" fmla="*/ 9906000 w 9906000"/>
              <a:gd name="connsiteY9" fmla="*/ 2381250 h 4714875"/>
              <a:gd name="connsiteX10" fmla="*/ 8267700 w 9906000"/>
              <a:gd name="connsiteY10" fmla="*/ 4714875 h 4714875"/>
              <a:gd name="connsiteX11" fmla="*/ 5286375 w 9906000"/>
              <a:gd name="connsiteY11" fmla="*/ 4619625 h 4714875"/>
              <a:gd name="connsiteX12" fmla="*/ 4933950 w 9906000"/>
              <a:gd name="connsiteY12" fmla="*/ 2819400 h 4714875"/>
              <a:gd name="connsiteX13" fmla="*/ 3086100 w 9906000"/>
              <a:gd name="connsiteY13" fmla="*/ 2838450 h 4714875"/>
              <a:gd name="connsiteX14" fmla="*/ 2590800 w 9906000"/>
              <a:gd name="connsiteY14" fmla="*/ 3343275 h 4714875"/>
              <a:gd name="connsiteX15" fmla="*/ 1238250 w 9906000"/>
              <a:gd name="connsiteY15" fmla="*/ 3362325 h 4714875"/>
              <a:gd name="connsiteX16" fmla="*/ 1143000 w 9906000"/>
              <a:gd name="connsiteY16" fmla="*/ 3876675 h 4714875"/>
              <a:gd name="connsiteX17" fmla="*/ 0 w 9906000"/>
              <a:gd name="connsiteY17" fmla="*/ 3771900 h 4714875"/>
              <a:gd name="connsiteX18" fmla="*/ 133350 w 9906000"/>
              <a:gd name="connsiteY18" fmla="*/ 1933575 h 471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906000" h="4714875">
                <a:moveTo>
                  <a:pt x="133350" y="1933575"/>
                </a:moveTo>
                <a:lnTo>
                  <a:pt x="142875" y="333375"/>
                </a:lnTo>
                <a:lnTo>
                  <a:pt x="1390650" y="361950"/>
                </a:lnTo>
                <a:lnTo>
                  <a:pt x="1524000" y="1076325"/>
                </a:lnTo>
                <a:lnTo>
                  <a:pt x="5362575" y="1076325"/>
                </a:lnTo>
                <a:lnTo>
                  <a:pt x="5353050" y="857250"/>
                </a:lnTo>
                <a:lnTo>
                  <a:pt x="6391275" y="838200"/>
                </a:lnTo>
                <a:lnTo>
                  <a:pt x="6400800" y="0"/>
                </a:lnTo>
                <a:lnTo>
                  <a:pt x="9086850" y="28575"/>
                </a:lnTo>
                <a:lnTo>
                  <a:pt x="9906000" y="2381250"/>
                </a:lnTo>
                <a:lnTo>
                  <a:pt x="8267700" y="4714875"/>
                </a:lnTo>
                <a:lnTo>
                  <a:pt x="5286375" y="4619625"/>
                </a:lnTo>
                <a:lnTo>
                  <a:pt x="4933950" y="2819400"/>
                </a:lnTo>
                <a:lnTo>
                  <a:pt x="3086100" y="2838450"/>
                </a:lnTo>
                <a:lnTo>
                  <a:pt x="2590800" y="3343275"/>
                </a:lnTo>
                <a:lnTo>
                  <a:pt x="1238250" y="3362325"/>
                </a:lnTo>
                <a:lnTo>
                  <a:pt x="1143000" y="3876675"/>
                </a:lnTo>
                <a:lnTo>
                  <a:pt x="0" y="3771900"/>
                </a:lnTo>
                <a:lnTo>
                  <a:pt x="133350" y="1933575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orma libre 51">
            <a:extLst>
              <a:ext uri="{FF2B5EF4-FFF2-40B4-BE49-F238E27FC236}">
                <a16:creationId xmlns:a16="http://schemas.microsoft.com/office/drawing/2014/main" id="{FEB7E90C-B77C-67B4-5BC7-AF8D95B1C82B}"/>
              </a:ext>
            </a:extLst>
          </p:cNvPr>
          <p:cNvSpPr/>
          <p:nvPr/>
        </p:nvSpPr>
        <p:spPr>
          <a:xfrm>
            <a:off x="2147125" y="44624"/>
            <a:ext cx="2667000" cy="1981200"/>
          </a:xfrm>
          <a:custGeom>
            <a:avLst/>
            <a:gdLst>
              <a:gd name="connsiteX0" fmla="*/ 219075 w 2667000"/>
              <a:gd name="connsiteY0" fmla="*/ 0 h 1981200"/>
              <a:gd name="connsiteX1" fmla="*/ 1000125 w 2667000"/>
              <a:gd name="connsiteY1" fmla="*/ 28575 h 1981200"/>
              <a:gd name="connsiteX2" fmla="*/ 1000125 w 2667000"/>
              <a:gd name="connsiteY2" fmla="*/ 1057275 h 1981200"/>
              <a:gd name="connsiteX3" fmla="*/ 1866900 w 2667000"/>
              <a:gd name="connsiteY3" fmla="*/ 1066800 h 1981200"/>
              <a:gd name="connsiteX4" fmla="*/ 1876425 w 2667000"/>
              <a:gd name="connsiteY4" fmla="*/ 123825 h 1981200"/>
              <a:gd name="connsiteX5" fmla="*/ 2667000 w 2667000"/>
              <a:gd name="connsiteY5" fmla="*/ 104775 h 1981200"/>
              <a:gd name="connsiteX6" fmla="*/ 2628900 w 2667000"/>
              <a:gd name="connsiteY6" fmla="*/ 1304925 h 1981200"/>
              <a:gd name="connsiteX7" fmla="*/ 819150 w 2667000"/>
              <a:gd name="connsiteY7" fmla="*/ 1343025 h 1981200"/>
              <a:gd name="connsiteX8" fmla="*/ 819150 w 2667000"/>
              <a:gd name="connsiteY8" fmla="*/ 1971675 h 1981200"/>
              <a:gd name="connsiteX9" fmla="*/ 0 w 2667000"/>
              <a:gd name="connsiteY9" fmla="*/ 1981200 h 1981200"/>
              <a:gd name="connsiteX10" fmla="*/ 219075 w 2667000"/>
              <a:gd name="connsiteY10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67000" h="1981200">
                <a:moveTo>
                  <a:pt x="219075" y="0"/>
                </a:moveTo>
                <a:lnTo>
                  <a:pt x="1000125" y="28575"/>
                </a:lnTo>
                <a:lnTo>
                  <a:pt x="1000125" y="1057275"/>
                </a:lnTo>
                <a:lnTo>
                  <a:pt x="1866900" y="1066800"/>
                </a:lnTo>
                <a:lnTo>
                  <a:pt x="1876425" y="123825"/>
                </a:lnTo>
                <a:lnTo>
                  <a:pt x="2667000" y="104775"/>
                </a:lnTo>
                <a:lnTo>
                  <a:pt x="2628900" y="1304925"/>
                </a:lnTo>
                <a:lnTo>
                  <a:pt x="819150" y="1343025"/>
                </a:lnTo>
                <a:lnTo>
                  <a:pt x="819150" y="1971675"/>
                </a:lnTo>
                <a:lnTo>
                  <a:pt x="0" y="1981200"/>
                </a:lnTo>
                <a:lnTo>
                  <a:pt x="219075" y="0"/>
                </a:lnTo>
                <a:close/>
              </a:path>
            </a:pathLst>
          </a:custGeom>
          <a:solidFill>
            <a:schemeClr val="accent4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5DFA1597-8209-93C4-0755-FB1492EF4CA4}"/>
              </a:ext>
            </a:extLst>
          </p:cNvPr>
          <p:cNvSpPr/>
          <p:nvPr/>
        </p:nvSpPr>
        <p:spPr>
          <a:xfrm>
            <a:off x="3007644" y="1078992"/>
            <a:ext cx="683210" cy="1357907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C5E273C6-B0DB-3343-415F-B6786C9BEFD5}"/>
              </a:ext>
            </a:extLst>
          </p:cNvPr>
          <p:cNvSpPr/>
          <p:nvPr/>
        </p:nvSpPr>
        <p:spPr>
          <a:xfrm>
            <a:off x="3124916" y="139035"/>
            <a:ext cx="744366" cy="1051578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25EDBE98-E9B3-642C-0E5D-692EFF408185}"/>
              </a:ext>
            </a:extLst>
          </p:cNvPr>
          <p:cNvSpPr/>
          <p:nvPr/>
        </p:nvSpPr>
        <p:spPr>
          <a:xfrm>
            <a:off x="4710296" y="57472"/>
            <a:ext cx="710951" cy="1179290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F2C71387-EFF2-F861-44BC-432BD4AD94F4}"/>
              </a:ext>
            </a:extLst>
          </p:cNvPr>
          <p:cNvSpPr/>
          <p:nvPr/>
        </p:nvSpPr>
        <p:spPr>
          <a:xfrm>
            <a:off x="3610704" y="4724400"/>
            <a:ext cx="624998" cy="127368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25417904-57D1-A7F7-63AB-4352862AFEA9}"/>
              </a:ext>
            </a:extLst>
          </p:cNvPr>
          <p:cNvSpPr/>
          <p:nvPr/>
        </p:nvSpPr>
        <p:spPr>
          <a:xfrm>
            <a:off x="5261555" y="5565363"/>
            <a:ext cx="700949" cy="1246922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9B8FEA49-E318-C42F-C075-09C96398D2D7}"/>
              </a:ext>
            </a:extLst>
          </p:cNvPr>
          <p:cNvSpPr/>
          <p:nvPr/>
        </p:nvSpPr>
        <p:spPr>
          <a:xfrm>
            <a:off x="6215875" y="4425934"/>
            <a:ext cx="690834" cy="131983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orma libre 59">
            <a:extLst>
              <a:ext uri="{FF2B5EF4-FFF2-40B4-BE49-F238E27FC236}">
                <a16:creationId xmlns:a16="http://schemas.microsoft.com/office/drawing/2014/main" id="{81BD0901-DB43-25BB-5B7E-70AD6F73613F}"/>
              </a:ext>
            </a:extLst>
          </p:cNvPr>
          <p:cNvSpPr/>
          <p:nvPr/>
        </p:nvSpPr>
        <p:spPr>
          <a:xfrm>
            <a:off x="2783632" y="4619625"/>
            <a:ext cx="3448050" cy="1762125"/>
          </a:xfrm>
          <a:custGeom>
            <a:avLst/>
            <a:gdLst>
              <a:gd name="connsiteX0" fmla="*/ 47625 w 3448050"/>
              <a:gd name="connsiteY0" fmla="*/ 171450 h 1762125"/>
              <a:gd name="connsiteX1" fmla="*/ 0 w 3448050"/>
              <a:gd name="connsiteY1" fmla="*/ 933450 h 1762125"/>
              <a:gd name="connsiteX2" fmla="*/ 1828800 w 3448050"/>
              <a:gd name="connsiteY2" fmla="*/ 1762125 h 1762125"/>
              <a:gd name="connsiteX3" fmla="*/ 2428875 w 3448050"/>
              <a:gd name="connsiteY3" fmla="*/ 1695450 h 1762125"/>
              <a:gd name="connsiteX4" fmla="*/ 2676525 w 3448050"/>
              <a:gd name="connsiteY4" fmla="*/ 552450 h 1762125"/>
              <a:gd name="connsiteX5" fmla="*/ 3419475 w 3448050"/>
              <a:gd name="connsiteY5" fmla="*/ 504825 h 1762125"/>
              <a:gd name="connsiteX6" fmla="*/ 3448050 w 3448050"/>
              <a:gd name="connsiteY6" fmla="*/ 0 h 1762125"/>
              <a:gd name="connsiteX7" fmla="*/ 2495550 w 3448050"/>
              <a:gd name="connsiteY7" fmla="*/ 47625 h 1762125"/>
              <a:gd name="connsiteX8" fmla="*/ 2400300 w 3448050"/>
              <a:gd name="connsiteY8" fmla="*/ 295275 h 1762125"/>
              <a:gd name="connsiteX9" fmla="*/ 1495425 w 3448050"/>
              <a:gd name="connsiteY9" fmla="*/ 209550 h 1762125"/>
              <a:gd name="connsiteX10" fmla="*/ 1343025 w 3448050"/>
              <a:gd name="connsiteY10" fmla="*/ 1466850 h 1762125"/>
              <a:gd name="connsiteX11" fmla="*/ 447675 w 3448050"/>
              <a:gd name="connsiteY11" fmla="*/ 923925 h 1762125"/>
              <a:gd name="connsiteX12" fmla="*/ 828675 w 3448050"/>
              <a:gd name="connsiteY12" fmla="*/ 828675 h 1762125"/>
              <a:gd name="connsiteX13" fmla="*/ 809625 w 3448050"/>
              <a:gd name="connsiteY13" fmla="*/ 200025 h 1762125"/>
              <a:gd name="connsiteX14" fmla="*/ 47625 w 3448050"/>
              <a:gd name="connsiteY14" fmla="*/ 171450 h 176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48050" h="1762125">
                <a:moveTo>
                  <a:pt x="47625" y="171450"/>
                </a:moveTo>
                <a:lnTo>
                  <a:pt x="0" y="933450"/>
                </a:lnTo>
                <a:lnTo>
                  <a:pt x="1828800" y="1762125"/>
                </a:lnTo>
                <a:lnTo>
                  <a:pt x="2428875" y="1695450"/>
                </a:lnTo>
                <a:lnTo>
                  <a:pt x="2676525" y="552450"/>
                </a:lnTo>
                <a:lnTo>
                  <a:pt x="3419475" y="504825"/>
                </a:lnTo>
                <a:lnTo>
                  <a:pt x="3448050" y="0"/>
                </a:lnTo>
                <a:lnTo>
                  <a:pt x="2495550" y="47625"/>
                </a:lnTo>
                <a:lnTo>
                  <a:pt x="2400300" y="295275"/>
                </a:lnTo>
                <a:lnTo>
                  <a:pt x="1495425" y="209550"/>
                </a:lnTo>
                <a:lnTo>
                  <a:pt x="1343025" y="1466850"/>
                </a:lnTo>
                <a:lnTo>
                  <a:pt x="447675" y="923925"/>
                </a:lnTo>
                <a:lnTo>
                  <a:pt x="828675" y="828675"/>
                </a:lnTo>
                <a:lnTo>
                  <a:pt x="809625" y="200025"/>
                </a:lnTo>
                <a:lnTo>
                  <a:pt x="47625" y="171450"/>
                </a:lnTo>
                <a:close/>
              </a:path>
            </a:pathLst>
          </a:custGeom>
          <a:solidFill>
            <a:schemeClr val="bg2">
              <a:lumMod val="50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8688E46F-02EA-5782-AB07-B1A362BABFD5}"/>
              </a:ext>
            </a:extLst>
          </p:cNvPr>
          <p:cNvGrpSpPr/>
          <p:nvPr/>
        </p:nvGrpSpPr>
        <p:grpSpPr>
          <a:xfrm>
            <a:off x="7270576" y="5187304"/>
            <a:ext cx="2209800" cy="1384289"/>
            <a:chOff x="4706664" y="5187304"/>
            <a:chExt cx="2209800" cy="1384289"/>
          </a:xfrm>
        </p:grpSpPr>
        <p:grpSp>
          <p:nvGrpSpPr>
            <p:cNvPr id="70" name="Grupo 69">
              <a:extLst>
                <a:ext uri="{FF2B5EF4-FFF2-40B4-BE49-F238E27FC236}">
                  <a16:creationId xmlns:a16="http://schemas.microsoft.com/office/drawing/2014/main" id="{5BDA0BDC-5134-6670-6540-DA516ADAB377}"/>
                </a:ext>
              </a:extLst>
            </p:cNvPr>
            <p:cNvGrpSpPr/>
            <p:nvPr/>
          </p:nvGrpSpPr>
          <p:grpSpPr>
            <a:xfrm>
              <a:off x="4706664" y="5187304"/>
              <a:ext cx="2209800" cy="1384289"/>
              <a:chOff x="4510174" y="5424541"/>
              <a:chExt cx="2209800" cy="1384289"/>
            </a:xfrm>
          </p:grpSpPr>
          <p:sp>
            <p:nvSpPr>
              <p:cNvPr id="72" name="Elipse 71">
                <a:extLst>
                  <a:ext uri="{FF2B5EF4-FFF2-40B4-BE49-F238E27FC236}">
                    <a16:creationId xmlns:a16="http://schemas.microsoft.com/office/drawing/2014/main" id="{0A8238BC-C5A1-FE00-CAB7-7677E4BDB8BF}"/>
                  </a:ext>
                </a:extLst>
              </p:cNvPr>
              <p:cNvSpPr/>
              <p:nvPr/>
            </p:nvSpPr>
            <p:spPr>
              <a:xfrm>
                <a:off x="4510177" y="5469542"/>
                <a:ext cx="295275" cy="252316"/>
              </a:xfrm>
              <a:prstGeom prst="ellipse">
                <a:avLst/>
              </a:prstGeom>
              <a:solidFill>
                <a:srgbClr val="FF0000">
                  <a:alpha val="3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Elipse 72">
                <a:extLst>
                  <a:ext uri="{FF2B5EF4-FFF2-40B4-BE49-F238E27FC236}">
                    <a16:creationId xmlns:a16="http://schemas.microsoft.com/office/drawing/2014/main" id="{5E745E9C-B2CA-FA38-9E98-21CE9D3411A0}"/>
                  </a:ext>
                </a:extLst>
              </p:cNvPr>
              <p:cNvSpPr/>
              <p:nvPr/>
            </p:nvSpPr>
            <p:spPr>
              <a:xfrm>
                <a:off x="4510176" y="5805494"/>
                <a:ext cx="295275" cy="252316"/>
              </a:xfrm>
              <a:prstGeom prst="ellipse">
                <a:avLst/>
              </a:prstGeom>
              <a:solidFill>
                <a:schemeClr val="accent2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Elipse 73">
                <a:extLst>
                  <a:ext uri="{FF2B5EF4-FFF2-40B4-BE49-F238E27FC236}">
                    <a16:creationId xmlns:a16="http://schemas.microsoft.com/office/drawing/2014/main" id="{712354CE-3FED-209E-81F9-C6186F502390}"/>
                  </a:ext>
                </a:extLst>
              </p:cNvPr>
              <p:cNvSpPr/>
              <p:nvPr/>
            </p:nvSpPr>
            <p:spPr>
              <a:xfrm>
                <a:off x="4510175" y="6132969"/>
                <a:ext cx="295275" cy="252316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Elipse 74">
                <a:extLst>
                  <a:ext uri="{FF2B5EF4-FFF2-40B4-BE49-F238E27FC236}">
                    <a16:creationId xmlns:a16="http://schemas.microsoft.com/office/drawing/2014/main" id="{A8E0371F-F53C-40B5-2380-54F9B171FFE4}"/>
                  </a:ext>
                </a:extLst>
              </p:cNvPr>
              <p:cNvSpPr/>
              <p:nvPr/>
            </p:nvSpPr>
            <p:spPr>
              <a:xfrm>
                <a:off x="4510174" y="6460444"/>
                <a:ext cx="295275" cy="252316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  <a:alpha val="2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97E0AA7C-59DC-4FB7-32BD-61E619198556}"/>
                  </a:ext>
                </a:extLst>
              </p:cNvPr>
              <p:cNvSpPr txBox="1"/>
              <p:nvPr/>
            </p:nvSpPr>
            <p:spPr>
              <a:xfrm>
                <a:off x="4763404" y="5424541"/>
                <a:ext cx="1914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ABONADO</a:t>
                </a:r>
              </a:p>
            </p:txBody>
          </p:sp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DBBA4841-0B23-89EA-848D-7650B7648C22}"/>
                  </a:ext>
                </a:extLst>
              </p:cNvPr>
              <p:cNvSpPr txBox="1"/>
              <p:nvPr/>
            </p:nvSpPr>
            <p:spPr>
              <a:xfrm>
                <a:off x="4784934" y="5737748"/>
                <a:ext cx="1914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OPERACIONES IP</a:t>
                </a:r>
              </a:p>
            </p:txBody>
          </p:sp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F4375646-C0BF-3C39-0F69-C9E12B60D873}"/>
                  </a:ext>
                </a:extLst>
              </p:cNvPr>
              <p:cNvSpPr txBox="1"/>
              <p:nvPr/>
            </p:nvSpPr>
            <p:spPr>
              <a:xfrm>
                <a:off x="4805449" y="6072062"/>
                <a:ext cx="1914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SISTEMAS</a:t>
                </a:r>
              </a:p>
            </p:txBody>
          </p:sp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F304BB8D-7FF1-E1E8-1DBE-3D0A2B62B172}"/>
                  </a:ext>
                </a:extLst>
              </p:cNvPr>
              <p:cNvSpPr txBox="1"/>
              <p:nvPr/>
            </p:nvSpPr>
            <p:spPr>
              <a:xfrm>
                <a:off x="4801673" y="6439498"/>
                <a:ext cx="1914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HEAD END ARU</a:t>
                </a:r>
              </a:p>
            </p:txBody>
          </p:sp>
        </p:grp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8DDEA834-7FA2-0E78-8B97-99BAA6476CBA}"/>
                </a:ext>
              </a:extLst>
            </p:cNvPr>
            <p:cNvCxnSpPr/>
            <p:nvPr/>
          </p:nvCxnSpPr>
          <p:spPr>
            <a:xfrm>
              <a:off x="4706664" y="6514443"/>
              <a:ext cx="2914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Rectángulo 79">
            <a:extLst>
              <a:ext uri="{FF2B5EF4-FFF2-40B4-BE49-F238E27FC236}">
                <a16:creationId xmlns:a16="http://schemas.microsoft.com/office/drawing/2014/main" id="{ADAACBCD-DF25-F8E4-C584-4E9A24141C12}"/>
              </a:ext>
            </a:extLst>
          </p:cNvPr>
          <p:cNvSpPr/>
          <p:nvPr/>
        </p:nvSpPr>
        <p:spPr>
          <a:xfrm>
            <a:off x="7110411" y="5106838"/>
            <a:ext cx="2182935" cy="14647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00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0084D4-4C51-60BE-9272-D2035FD6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92" y="425917"/>
            <a:ext cx="1340540" cy="720079"/>
          </a:xfrm>
        </p:spPr>
        <p:txBody>
          <a:bodyPr>
            <a:normAutofit fontScale="90000"/>
          </a:bodyPr>
          <a:lstStyle/>
          <a:p>
            <a:r>
              <a:rPr lang="es-ES" dirty="0">
                <a:latin typeface="Branding SF Narrow Black It" panose="00000A06000000000000" pitchFamily="2" charset="0"/>
              </a:rPr>
              <a:t>RED FTTH</a:t>
            </a:r>
            <a:endParaRPr lang="en-VE" dirty="0">
              <a:latin typeface="Branding SF Narrow Black It" panose="00000A06000000000000" pitchFamily="2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E690862-69CA-D762-4D48-B3DD239299C8}"/>
              </a:ext>
            </a:extLst>
          </p:cNvPr>
          <p:cNvSpPr txBox="1">
            <a:spLocks/>
          </p:cNvSpPr>
          <p:nvPr/>
        </p:nvSpPr>
        <p:spPr>
          <a:xfrm>
            <a:off x="1847528" y="6165304"/>
            <a:ext cx="2285601" cy="424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r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AAACAE"/>
                </a:solidFill>
              </a:rPr>
              <a:t>VICEPRESIDENCIA DE INGENIERÍA </a:t>
            </a:r>
          </a:p>
          <a:p>
            <a:pPr algn="l"/>
            <a:r>
              <a:rPr lang="en-US" dirty="0">
                <a:solidFill>
                  <a:srgbClr val="AAACAE"/>
                </a:solidFill>
              </a:rPr>
              <a:t>Y OPERACIONES TÉCNICAS</a:t>
            </a:r>
            <a:endParaRPr lang="en-VE" dirty="0">
              <a:solidFill>
                <a:srgbClr val="AAACAE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3BC6C42-69A8-7FD1-023D-4FF8141E5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431" y="1664208"/>
            <a:ext cx="1343134" cy="12193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B46636D-0008-8D4D-192C-5EEB89A3E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359" y="3608831"/>
            <a:ext cx="1343134" cy="1219390"/>
          </a:xfrm>
          <a:prstGeom prst="rect">
            <a:avLst/>
          </a:prstGeom>
        </p:spPr>
      </p:pic>
      <p:cxnSp>
        <p:nvCxnSpPr>
          <p:cNvPr id="7" name="Conector angular 37">
            <a:extLst>
              <a:ext uri="{FF2B5EF4-FFF2-40B4-BE49-F238E27FC236}">
                <a16:creationId xmlns:a16="http://schemas.microsoft.com/office/drawing/2014/main" id="{0C2ED5F6-7DA2-0F97-A29F-4D333CF01F1A}"/>
              </a:ext>
            </a:extLst>
          </p:cNvPr>
          <p:cNvCxnSpPr>
            <a:cxnSpLocks/>
          </p:cNvCxnSpPr>
          <p:nvPr/>
        </p:nvCxnSpPr>
        <p:spPr>
          <a:xfrm>
            <a:off x="4485164" y="4711971"/>
            <a:ext cx="930920" cy="22071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AF1E6866-C322-1574-C68D-B72EC8290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807" y="386073"/>
            <a:ext cx="2743529" cy="232143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1AAE439-C6AC-A4DE-97C7-4B6B643FF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4" y="2725453"/>
            <a:ext cx="2306955" cy="919571"/>
          </a:xfrm>
          <a:prstGeom prst="rect">
            <a:avLst/>
          </a:prstGeom>
        </p:spPr>
      </p:pic>
      <p:sp>
        <p:nvSpPr>
          <p:cNvPr id="14" name="Forma libre 29">
            <a:extLst>
              <a:ext uri="{FF2B5EF4-FFF2-40B4-BE49-F238E27FC236}">
                <a16:creationId xmlns:a16="http://schemas.microsoft.com/office/drawing/2014/main" id="{17AF3CEF-FBEB-B9F8-9477-7C09F45FFFDA}"/>
              </a:ext>
            </a:extLst>
          </p:cNvPr>
          <p:cNvSpPr/>
          <p:nvPr/>
        </p:nvSpPr>
        <p:spPr>
          <a:xfrm>
            <a:off x="3213686" y="1513093"/>
            <a:ext cx="3238500" cy="3409950"/>
          </a:xfrm>
          <a:custGeom>
            <a:avLst/>
            <a:gdLst>
              <a:gd name="connsiteX0" fmla="*/ 285750 w 3238500"/>
              <a:gd name="connsiteY0" fmla="*/ 95250 h 3409950"/>
              <a:gd name="connsiteX1" fmla="*/ 0 w 3238500"/>
              <a:gd name="connsiteY1" fmla="*/ 3124200 h 3409950"/>
              <a:gd name="connsiteX2" fmla="*/ 200025 w 3238500"/>
              <a:gd name="connsiteY2" fmla="*/ 3400425 h 3409950"/>
              <a:gd name="connsiteX3" fmla="*/ 1276350 w 3238500"/>
              <a:gd name="connsiteY3" fmla="*/ 3409950 h 3409950"/>
              <a:gd name="connsiteX4" fmla="*/ 1447800 w 3238500"/>
              <a:gd name="connsiteY4" fmla="*/ 2981325 h 3409950"/>
              <a:gd name="connsiteX5" fmla="*/ 2790825 w 3238500"/>
              <a:gd name="connsiteY5" fmla="*/ 2943225 h 3409950"/>
              <a:gd name="connsiteX6" fmla="*/ 3228975 w 3238500"/>
              <a:gd name="connsiteY6" fmla="*/ 2152650 h 3409950"/>
              <a:gd name="connsiteX7" fmla="*/ 3238500 w 3238500"/>
              <a:gd name="connsiteY7" fmla="*/ 485775 h 3409950"/>
              <a:gd name="connsiteX8" fmla="*/ 1762125 w 3238500"/>
              <a:gd name="connsiteY8" fmla="*/ 209550 h 3409950"/>
              <a:gd name="connsiteX9" fmla="*/ 1104900 w 3238500"/>
              <a:gd name="connsiteY9" fmla="*/ 0 h 3409950"/>
              <a:gd name="connsiteX10" fmla="*/ 342900 w 3238500"/>
              <a:gd name="connsiteY10" fmla="*/ 47625 h 3409950"/>
              <a:gd name="connsiteX11" fmla="*/ 285750 w 3238500"/>
              <a:gd name="connsiteY11" fmla="*/ 952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38500" h="3409950">
                <a:moveTo>
                  <a:pt x="285750" y="95250"/>
                </a:moveTo>
                <a:lnTo>
                  <a:pt x="0" y="3124200"/>
                </a:lnTo>
                <a:lnTo>
                  <a:pt x="200025" y="3400425"/>
                </a:lnTo>
                <a:lnTo>
                  <a:pt x="1276350" y="3409950"/>
                </a:lnTo>
                <a:lnTo>
                  <a:pt x="1447800" y="2981325"/>
                </a:lnTo>
                <a:lnTo>
                  <a:pt x="2790825" y="2943225"/>
                </a:lnTo>
                <a:lnTo>
                  <a:pt x="3228975" y="2152650"/>
                </a:lnTo>
                <a:lnTo>
                  <a:pt x="3238500" y="485775"/>
                </a:lnTo>
                <a:lnTo>
                  <a:pt x="1762125" y="209550"/>
                </a:lnTo>
                <a:lnTo>
                  <a:pt x="1104900" y="0"/>
                </a:lnTo>
                <a:lnTo>
                  <a:pt x="342900" y="47625"/>
                </a:lnTo>
                <a:lnTo>
                  <a:pt x="285750" y="95250"/>
                </a:lnTo>
                <a:close/>
              </a:path>
            </a:pathLst>
          </a:custGeom>
          <a:solidFill>
            <a:srgbClr val="FFFF66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A43BF38-FAB8-3346-375F-D45D23092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6038" y="1355979"/>
            <a:ext cx="2083836" cy="107632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26959D7-93B5-5EB9-9252-794BC9C0B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2214" y="2853880"/>
            <a:ext cx="2083836" cy="107632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8E7F279-30AA-3B76-7D6E-CCBBAA227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6038" y="4330827"/>
            <a:ext cx="2083836" cy="1076325"/>
          </a:xfrm>
          <a:prstGeom prst="rect">
            <a:avLst/>
          </a:prstGeom>
        </p:spPr>
      </p:pic>
      <p:cxnSp>
        <p:nvCxnSpPr>
          <p:cNvPr id="19" name="Conector angular 10">
            <a:extLst>
              <a:ext uri="{FF2B5EF4-FFF2-40B4-BE49-F238E27FC236}">
                <a16:creationId xmlns:a16="http://schemas.microsoft.com/office/drawing/2014/main" id="{49F77335-834D-FCA1-EA71-5A2F6EFEB1FB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68079" y="3511615"/>
            <a:ext cx="2172170" cy="6725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angular 13">
            <a:extLst>
              <a:ext uri="{FF2B5EF4-FFF2-40B4-BE49-F238E27FC236}">
                <a16:creationId xmlns:a16="http://schemas.microsoft.com/office/drawing/2014/main" id="{33070F1B-064F-6149-D0BB-3CFE664446E4}"/>
              </a:ext>
            </a:extLst>
          </p:cNvPr>
          <p:cNvCxnSpPr>
            <a:cxnSpLocks/>
          </p:cNvCxnSpPr>
          <p:nvPr/>
        </p:nvCxnSpPr>
        <p:spPr>
          <a:xfrm>
            <a:off x="4966705" y="2153959"/>
            <a:ext cx="2306360" cy="110130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r 16">
            <a:extLst>
              <a:ext uri="{FF2B5EF4-FFF2-40B4-BE49-F238E27FC236}">
                <a16:creationId xmlns:a16="http://schemas.microsoft.com/office/drawing/2014/main" id="{3F444DD5-6378-D729-6A51-C04327E04ABE}"/>
              </a:ext>
            </a:extLst>
          </p:cNvPr>
          <p:cNvCxnSpPr>
            <a:cxnSpLocks/>
          </p:cNvCxnSpPr>
          <p:nvPr/>
        </p:nvCxnSpPr>
        <p:spPr>
          <a:xfrm rot="5400000">
            <a:off x="8340085" y="2031864"/>
            <a:ext cx="1105075" cy="10961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angular 18">
            <a:extLst>
              <a:ext uri="{FF2B5EF4-FFF2-40B4-BE49-F238E27FC236}">
                <a16:creationId xmlns:a16="http://schemas.microsoft.com/office/drawing/2014/main" id="{7538DE98-25F8-DE6E-9332-D22CE96FAF7E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>
            <a:off x="8184232" y="3255265"/>
            <a:ext cx="1877982" cy="13677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angular 21">
            <a:extLst>
              <a:ext uri="{FF2B5EF4-FFF2-40B4-BE49-F238E27FC236}">
                <a16:creationId xmlns:a16="http://schemas.microsoft.com/office/drawing/2014/main" id="{D6ABDFC0-9A43-254D-3FD7-D2F6AC2CFB8A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7542430" y="3317656"/>
            <a:ext cx="1873608" cy="155133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4195B7C-98E6-FCE1-43D7-EFA66E24FB30}"/>
              </a:ext>
            </a:extLst>
          </p:cNvPr>
          <p:cNvSpPr txBox="1"/>
          <p:nvPr/>
        </p:nvSpPr>
        <p:spPr>
          <a:xfrm>
            <a:off x="3671262" y="134847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OLT1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E0300C4-054C-52C1-3479-E9F43DB067F2}"/>
              </a:ext>
            </a:extLst>
          </p:cNvPr>
          <p:cNvSpPr txBox="1"/>
          <p:nvPr/>
        </p:nvSpPr>
        <p:spPr>
          <a:xfrm>
            <a:off x="10233767" y="2514266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G2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C802221-E019-FBAB-07CC-0B0A45957542}"/>
              </a:ext>
            </a:extLst>
          </p:cNvPr>
          <p:cNvSpPr txBox="1"/>
          <p:nvPr/>
        </p:nvSpPr>
        <p:spPr>
          <a:xfrm>
            <a:off x="3010786" y="321806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OLT2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EBFDD7D-C245-8DAD-687F-E4CB285791E0}"/>
              </a:ext>
            </a:extLst>
          </p:cNvPr>
          <p:cNvSpPr txBox="1"/>
          <p:nvPr/>
        </p:nvSpPr>
        <p:spPr>
          <a:xfrm>
            <a:off x="9416038" y="93099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G1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61DEA4E-E563-6976-DA28-21D0410CA4F5}"/>
              </a:ext>
            </a:extLst>
          </p:cNvPr>
          <p:cNvSpPr txBox="1"/>
          <p:nvPr/>
        </p:nvSpPr>
        <p:spPr>
          <a:xfrm>
            <a:off x="9416038" y="3982449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G3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503DADED-25CF-52DA-7D00-32C1772C9C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6759" y="4550223"/>
            <a:ext cx="1495865" cy="1015140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FCC4B31-1020-AE53-C993-8239A2F14F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74" y="5714844"/>
            <a:ext cx="1495865" cy="1015140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726207FF-6DBB-E33D-4FD9-F1512A76E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758" y="4827720"/>
            <a:ext cx="1495865" cy="101514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303EC456-4E7D-0F72-61FA-FF59B4AC00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1663" y="22782"/>
            <a:ext cx="1495865" cy="101514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616CCE2D-C2C0-D960-9605-E19A2672A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228" y="78903"/>
            <a:ext cx="1495865" cy="1015140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9B5485EB-D252-C456-6FC9-7496CA17E0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8203" y="1258763"/>
            <a:ext cx="1495865" cy="1015140"/>
          </a:xfrm>
          <a:prstGeom prst="rect">
            <a:avLst/>
          </a:prstGeom>
        </p:spPr>
      </p:pic>
      <p:cxnSp>
        <p:nvCxnSpPr>
          <p:cNvPr id="81" name="Conector angular 11">
            <a:extLst>
              <a:ext uri="{FF2B5EF4-FFF2-40B4-BE49-F238E27FC236}">
                <a16:creationId xmlns:a16="http://schemas.microsoft.com/office/drawing/2014/main" id="{2DAE5067-257E-6BCE-A066-12788D72F3D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83159" y="842873"/>
            <a:ext cx="1717951" cy="1077607"/>
          </a:xfrm>
          <a:prstGeom prst="bentConnector3">
            <a:avLst>
              <a:gd name="adj1" fmla="val 358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angular 35">
            <a:extLst>
              <a:ext uri="{FF2B5EF4-FFF2-40B4-BE49-F238E27FC236}">
                <a16:creationId xmlns:a16="http://schemas.microsoft.com/office/drawing/2014/main" id="{9251F6BF-5E05-D218-4AA8-AFE25148C0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84303" y="1250328"/>
            <a:ext cx="1612373" cy="157120"/>
          </a:xfrm>
          <a:prstGeom prst="bentConnector3">
            <a:avLst>
              <a:gd name="adj1" fmla="val 369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angular 36">
            <a:extLst>
              <a:ext uri="{FF2B5EF4-FFF2-40B4-BE49-F238E27FC236}">
                <a16:creationId xmlns:a16="http://schemas.microsoft.com/office/drawing/2014/main" id="{1683EE97-3D6B-6629-A3AB-E1E61C0D4CBE}"/>
              </a:ext>
            </a:extLst>
          </p:cNvPr>
          <p:cNvCxnSpPr>
            <a:cxnSpLocks/>
          </p:cNvCxnSpPr>
          <p:nvPr/>
        </p:nvCxnSpPr>
        <p:spPr>
          <a:xfrm>
            <a:off x="3035730" y="1717810"/>
            <a:ext cx="1171049" cy="5526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angular 38">
            <a:extLst>
              <a:ext uri="{FF2B5EF4-FFF2-40B4-BE49-F238E27FC236}">
                <a16:creationId xmlns:a16="http://schemas.microsoft.com/office/drawing/2014/main" id="{D06A28B2-8FB5-8372-D528-4DD7346B99D0}"/>
              </a:ext>
            </a:extLst>
          </p:cNvPr>
          <p:cNvCxnSpPr>
            <a:cxnSpLocks/>
          </p:cNvCxnSpPr>
          <p:nvPr/>
        </p:nvCxnSpPr>
        <p:spPr>
          <a:xfrm flipV="1">
            <a:off x="3195887" y="4724400"/>
            <a:ext cx="982341" cy="5332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angular 39">
            <a:extLst>
              <a:ext uri="{FF2B5EF4-FFF2-40B4-BE49-F238E27FC236}">
                <a16:creationId xmlns:a16="http://schemas.microsoft.com/office/drawing/2014/main" id="{80F0277F-F7D5-47C2-56D3-9672DE2B15C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70785" y="5141321"/>
            <a:ext cx="1239914" cy="4089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3B2C4BD0-D35C-E339-2EB2-5656A2246318}"/>
              </a:ext>
            </a:extLst>
          </p:cNvPr>
          <p:cNvSpPr txBox="1"/>
          <p:nvPr/>
        </p:nvSpPr>
        <p:spPr>
          <a:xfrm>
            <a:off x="5708520" y="1992135"/>
            <a:ext cx="1179576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+mj-lt"/>
              </a:rPr>
              <a:t>Demonio</a:t>
            </a:r>
            <a:r>
              <a:rPr lang="en-US" dirty="0">
                <a:latin typeface="+mj-lt"/>
              </a:rPr>
              <a:t> OLT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A1894ECB-53AF-7CC4-19BA-0089D50E4658}"/>
              </a:ext>
            </a:extLst>
          </p:cNvPr>
          <p:cNvSpPr txBox="1"/>
          <p:nvPr/>
        </p:nvSpPr>
        <p:spPr>
          <a:xfrm>
            <a:off x="8688288" y="332656"/>
            <a:ext cx="1179576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+mj-lt"/>
              </a:rPr>
              <a:t>Demonio</a:t>
            </a:r>
            <a:r>
              <a:rPr lang="en-US" dirty="0">
                <a:latin typeface="+mj-lt"/>
              </a:rPr>
              <a:t> 815</a:t>
            </a:r>
          </a:p>
        </p:txBody>
      </p:sp>
      <p:sp>
        <p:nvSpPr>
          <p:cNvPr id="89" name="Forma libre 51">
            <a:extLst>
              <a:ext uri="{FF2B5EF4-FFF2-40B4-BE49-F238E27FC236}">
                <a16:creationId xmlns:a16="http://schemas.microsoft.com/office/drawing/2014/main" id="{CDEC807F-8859-B590-3307-1D0022DCA6A5}"/>
              </a:ext>
            </a:extLst>
          </p:cNvPr>
          <p:cNvSpPr/>
          <p:nvPr/>
        </p:nvSpPr>
        <p:spPr>
          <a:xfrm>
            <a:off x="2373290" y="44624"/>
            <a:ext cx="2667000" cy="1981200"/>
          </a:xfrm>
          <a:custGeom>
            <a:avLst/>
            <a:gdLst>
              <a:gd name="connsiteX0" fmla="*/ 219075 w 2667000"/>
              <a:gd name="connsiteY0" fmla="*/ 0 h 1981200"/>
              <a:gd name="connsiteX1" fmla="*/ 1000125 w 2667000"/>
              <a:gd name="connsiteY1" fmla="*/ 28575 h 1981200"/>
              <a:gd name="connsiteX2" fmla="*/ 1000125 w 2667000"/>
              <a:gd name="connsiteY2" fmla="*/ 1057275 h 1981200"/>
              <a:gd name="connsiteX3" fmla="*/ 1866900 w 2667000"/>
              <a:gd name="connsiteY3" fmla="*/ 1066800 h 1981200"/>
              <a:gd name="connsiteX4" fmla="*/ 1876425 w 2667000"/>
              <a:gd name="connsiteY4" fmla="*/ 123825 h 1981200"/>
              <a:gd name="connsiteX5" fmla="*/ 2667000 w 2667000"/>
              <a:gd name="connsiteY5" fmla="*/ 104775 h 1981200"/>
              <a:gd name="connsiteX6" fmla="*/ 2628900 w 2667000"/>
              <a:gd name="connsiteY6" fmla="*/ 1304925 h 1981200"/>
              <a:gd name="connsiteX7" fmla="*/ 819150 w 2667000"/>
              <a:gd name="connsiteY7" fmla="*/ 1343025 h 1981200"/>
              <a:gd name="connsiteX8" fmla="*/ 819150 w 2667000"/>
              <a:gd name="connsiteY8" fmla="*/ 1971675 h 1981200"/>
              <a:gd name="connsiteX9" fmla="*/ 0 w 2667000"/>
              <a:gd name="connsiteY9" fmla="*/ 1981200 h 1981200"/>
              <a:gd name="connsiteX10" fmla="*/ 219075 w 2667000"/>
              <a:gd name="connsiteY10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67000" h="1981200">
                <a:moveTo>
                  <a:pt x="219075" y="0"/>
                </a:moveTo>
                <a:lnTo>
                  <a:pt x="1000125" y="28575"/>
                </a:lnTo>
                <a:lnTo>
                  <a:pt x="1000125" y="1057275"/>
                </a:lnTo>
                <a:lnTo>
                  <a:pt x="1866900" y="1066800"/>
                </a:lnTo>
                <a:lnTo>
                  <a:pt x="1876425" y="123825"/>
                </a:lnTo>
                <a:lnTo>
                  <a:pt x="2667000" y="104775"/>
                </a:lnTo>
                <a:lnTo>
                  <a:pt x="2628900" y="1304925"/>
                </a:lnTo>
                <a:lnTo>
                  <a:pt x="819150" y="1343025"/>
                </a:lnTo>
                <a:lnTo>
                  <a:pt x="819150" y="1971675"/>
                </a:lnTo>
                <a:lnTo>
                  <a:pt x="0" y="1981200"/>
                </a:lnTo>
                <a:lnTo>
                  <a:pt x="219075" y="0"/>
                </a:lnTo>
                <a:close/>
              </a:path>
            </a:pathLst>
          </a:custGeom>
          <a:solidFill>
            <a:schemeClr val="accent4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F9DE41B0-B2E9-7783-8C4F-BDE0975DFFBB}"/>
              </a:ext>
            </a:extLst>
          </p:cNvPr>
          <p:cNvSpPr/>
          <p:nvPr/>
        </p:nvSpPr>
        <p:spPr>
          <a:xfrm>
            <a:off x="3233809" y="1078992"/>
            <a:ext cx="683210" cy="1357907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A57B3431-439B-B438-BD96-EDD241D46E2D}"/>
              </a:ext>
            </a:extLst>
          </p:cNvPr>
          <p:cNvSpPr/>
          <p:nvPr/>
        </p:nvSpPr>
        <p:spPr>
          <a:xfrm>
            <a:off x="3351081" y="85799"/>
            <a:ext cx="744366" cy="1104814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CD45958C-3D1F-39ED-18F2-D93968B0A164}"/>
              </a:ext>
            </a:extLst>
          </p:cNvPr>
          <p:cNvSpPr/>
          <p:nvPr/>
        </p:nvSpPr>
        <p:spPr>
          <a:xfrm>
            <a:off x="4936461" y="69534"/>
            <a:ext cx="710951" cy="1167228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80316BDF-8770-63BF-F8E3-9F72F6D6BBA2}"/>
              </a:ext>
            </a:extLst>
          </p:cNvPr>
          <p:cNvSpPr/>
          <p:nvPr/>
        </p:nvSpPr>
        <p:spPr>
          <a:xfrm>
            <a:off x="3369463" y="4724400"/>
            <a:ext cx="624998" cy="127368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F14DCF0E-F475-6AEC-57A9-273F12884660}"/>
              </a:ext>
            </a:extLst>
          </p:cNvPr>
          <p:cNvSpPr/>
          <p:nvPr/>
        </p:nvSpPr>
        <p:spPr>
          <a:xfrm>
            <a:off x="5020314" y="5565363"/>
            <a:ext cx="700949" cy="1246922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B6250DEA-1B76-80AA-BC96-526E59B37BEB}"/>
              </a:ext>
            </a:extLst>
          </p:cNvPr>
          <p:cNvSpPr/>
          <p:nvPr/>
        </p:nvSpPr>
        <p:spPr>
          <a:xfrm>
            <a:off x="5974634" y="4425934"/>
            <a:ext cx="690834" cy="131983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orma libre 59">
            <a:extLst>
              <a:ext uri="{FF2B5EF4-FFF2-40B4-BE49-F238E27FC236}">
                <a16:creationId xmlns:a16="http://schemas.microsoft.com/office/drawing/2014/main" id="{D692AFFD-AB33-E40F-873B-50969F125372}"/>
              </a:ext>
            </a:extLst>
          </p:cNvPr>
          <p:cNvSpPr/>
          <p:nvPr/>
        </p:nvSpPr>
        <p:spPr>
          <a:xfrm>
            <a:off x="2542391" y="4619625"/>
            <a:ext cx="3448050" cy="1762125"/>
          </a:xfrm>
          <a:custGeom>
            <a:avLst/>
            <a:gdLst>
              <a:gd name="connsiteX0" fmla="*/ 47625 w 3448050"/>
              <a:gd name="connsiteY0" fmla="*/ 171450 h 1762125"/>
              <a:gd name="connsiteX1" fmla="*/ 0 w 3448050"/>
              <a:gd name="connsiteY1" fmla="*/ 933450 h 1762125"/>
              <a:gd name="connsiteX2" fmla="*/ 1828800 w 3448050"/>
              <a:gd name="connsiteY2" fmla="*/ 1762125 h 1762125"/>
              <a:gd name="connsiteX3" fmla="*/ 2428875 w 3448050"/>
              <a:gd name="connsiteY3" fmla="*/ 1695450 h 1762125"/>
              <a:gd name="connsiteX4" fmla="*/ 2676525 w 3448050"/>
              <a:gd name="connsiteY4" fmla="*/ 552450 h 1762125"/>
              <a:gd name="connsiteX5" fmla="*/ 3419475 w 3448050"/>
              <a:gd name="connsiteY5" fmla="*/ 504825 h 1762125"/>
              <a:gd name="connsiteX6" fmla="*/ 3448050 w 3448050"/>
              <a:gd name="connsiteY6" fmla="*/ 0 h 1762125"/>
              <a:gd name="connsiteX7" fmla="*/ 2495550 w 3448050"/>
              <a:gd name="connsiteY7" fmla="*/ 47625 h 1762125"/>
              <a:gd name="connsiteX8" fmla="*/ 2400300 w 3448050"/>
              <a:gd name="connsiteY8" fmla="*/ 295275 h 1762125"/>
              <a:gd name="connsiteX9" fmla="*/ 1495425 w 3448050"/>
              <a:gd name="connsiteY9" fmla="*/ 209550 h 1762125"/>
              <a:gd name="connsiteX10" fmla="*/ 1343025 w 3448050"/>
              <a:gd name="connsiteY10" fmla="*/ 1466850 h 1762125"/>
              <a:gd name="connsiteX11" fmla="*/ 447675 w 3448050"/>
              <a:gd name="connsiteY11" fmla="*/ 923925 h 1762125"/>
              <a:gd name="connsiteX12" fmla="*/ 828675 w 3448050"/>
              <a:gd name="connsiteY12" fmla="*/ 828675 h 1762125"/>
              <a:gd name="connsiteX13" fmla="*/ 809625 w 3448050"/>
              <a:gd name="connsiteY13" fmla="*/ 200025 h 1762125"/>
              <a:gd name="connsiteX14" fmla="*/ 47625 w 3448050"/>
              <a:gd name="connsiteY14" fmla="*/ 171450 h 176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48050" h="1762125">
                <a:moveTo>
                  <a:pt x="47625" y="171450"/>
                </a:moveTo>
                <a:lnTo>
                  <a:pt x="0" y="933450"/>
                </a:lnTo>
                <a:lnTo>
                  <a:pt x="1828800" y="1762125"/>
                </a:lnTo>
                <a:lnTo>
                  <a:pt x="2428875" y="1695450"/>
                </a:lnTo>
                <a:lnTo>
                  <a:pt x="2676525" y="552450"/>
                </a:lnTo>
                <a:lnTo>
                  <a:pt x="3419475" y="504825"/>
                </a:lnTo>
                <a:lnTo>
                  <a:pt x="3448050" y="0"/>
                </a:lnTo>
                <a:lnTo>
                  <a:pt x="2495550" y="47625"/>
                </a:lnTo>
                <a:lnTo>
                  <a:pt x="2400300" y="295275"/>
                </a:lnTo>
                <a:lnTo>
                  <a:pt x="1495425" y="209550"/>
                </a:lnTo>
                <a:lnTo>
                  <a:pt x="1343025" y="1466850"/>
                </a:lnTo>
                <a:lnTo>
                  <a:pt x="447675" y="923925"/>
                </a:lnTo>
                <a:lnTo>
                  <a:pt x="828675" y="828675"/>
                </a:lnTo>
                <a:lnTo>
                  <a:pt x="809625" y="200025"/>
                </a:lnTo>
                <a:lnTo>
                  <a:pt x="47625" y="171450"/>
                </a:lnTo>
                <a:close/>
              </a:path>
            </a:pathLst>
          </a:custGeom>
          <a:solidFill>
            <a:schemeClr val="bg2">
              <a:lumMod val="50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orma libre 20">
            <a:extLst>
              <a:ext uri="{FF2B5EF4-FFF2-40B4-BE49-F238E27FC236}">
                <a16:creationId xmlns:a16="http://schemas.microsoft.com/office/drawing/2014/main" id="{1961BD25-40CD-806A-5BF1-214B07C8DE92}"/>
              </a:ext>
            </a:extLst>
          </p:cNvPr>
          <p:cNvSpPr/>
          <p:nvPr/>
        </p:nvSpPr>
        <p:spPr>
          <a:xfrm>
            <a:off x="6354710" y="1540352"/>
            <a:ext cx="5434319" cy="4127573"/>
          </a:xfrm>
          <a:custGeom>
            <a:avLst/>
            <a:gdLst>
              <a:gd name="connsiteX0" fmla="*/ 0 w 6438900"/>
              <a:gd name="connsiteY0" fmla="*/ 2686050 h 4572000"/>
              <a:gd name="connsiteX1" fmla="*/ 76200 w 6438900"/>
              <a:gd name="connsiteY1" fmla="*/ 838200 h 4572000"/>
              <a:gd name="connsiteX2" fmla="*/ 1866900 w 6438900"/>
              <a:gd name="connsiteY2" fmla="*/ 847725 h 4572000"/>
              <a:gd name="connsiteX3" fmla="*/ 3352800 w 6438900"/>
              <a:gd name="connsiteY3" fmla="*/ 809625 h 4572000"/>
              <a:gd name="connsiteX4" fmla="*/ 3390900 w 6438900"/>
              <a:gd name="connsiteY4" fmla="*/ 0 h 4572000"/>
              <a:gd name="connsiteX5" fmla="*/ 5686425 w 6438900"/>
              <a:gd name="connsiteY5" fmla="*/ 95250 h 4572000"/>
              <a:gd name="connsiteX6" fmla="*/ 6438900 w 6438900"/>
              <a:gd name="connsiteY6" fmla="*/ 2438400 h 4572000"/>
              <a:gd name="connsiteX7" fmla="*/ 5334000 w 6438900"/>
              <a:gd name="connsiteY7" fmla="*/ 4572000 h 4572000"/>
              <a:gd name="connsiteX8" fmla="*/ 2609850 w 6438900"/>
              <a:gd name="connsiteY8" fmla="*/ 4524375 h 4572000"/>
              <a:gd name="connsiteX9" fmla="*/ 2695575 w 6438900"/>
              <a:gd name="connsiteY9" fmla="*/ 4105275 h 4572000"/>
              <a:gd name="connsiteX10" fmla="*/ 1971675 w 6438900"/>
              <a:gd name="connsiteY10" fmla="*/ 4067175 h 4572000"/>
              <a:gd name="connsiteX11" fmla="*/ 2095500 w 6438900"/>
              <a:gd name="connsiteY11" fmla="*/ 2876550 h 4572000"/>
              <a:gd name="connsiteX12" fmla="*/ 0 w 6438900"/>
              <a:gd name="connsiteY12" fmla="*/ 268605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38900" h="4572000">
                <a:moveTo>
                  <a:pt x="0" y="2686050"/>
                </a:moveTo>
                <a:lnTo>
                  <a:pt x="76200" y="838200"/>
                </a:lnTo>
                <a:lnTo>
                  <a:pt x="1866900" y="847725"/>
                </a:lnTo>
                <a:lnTo>
                  <a:pt x="3352800" y="809625"/>
                </a:lnTo>
                <a:lnTo>
                  <a:pt x="3390900" y="0"/>
                </a:lnTo>
                <a:lnTo>
                  <a:pt x="5686425" y="95250"/>
                </a:lnTo>
                <a:lnTo>
                  <a:pt x="6438900" y="2438400"/>
                </a:lnTo>
                <a:lnTo>
                  <a:pt x="5334000" y="4572000"/>
                </a:lnTo>
                <a:lnTo>
                  <a:pt x="2609850" y="4524375"/>
                </a:lnTo>
                <a:lnTo>
                  <a:pt x="2695575" y="4105275"/>
                </a:lnTo>
                <a:lnTo>
                  <a:pt x="1971675" y="4067175"/>
                </a:lnTo>
                <a:lnTo>
                  <a:pt x="2095500" y="2876550"/>
                </a:lnTo>
                <a:lnTo>
                  <a:pt x="0" y="268605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4F2CA13F-5A7B-569E-E845-111072B21539}"/>
              </a:ext>
            </a:extLst>
          </p:cNvPr>
          <p:cNvCxnSpPr/>
          <p:nvPr/>
        </p:nvCxnSpPr>
        <p:spPr>
          <a:xfrm>
            <a:off x="2744767" y="1962150"/>
            <a:ext cx="14954" cy="710537"/>
          </a:xfrm>
          <a:prstGeom prst="straightConnector1">
            <a:avLst/>
          </a:prstGeom>
          <a:ln w="44450" cmpd="sng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DA8FFFA0-D1E2-6931-C87C-13FF68E73A03}"/>
              </a:ext>
            </a:extLst>
          </p:cNvPr>
          <p:cNvSpPr txBox="1"/>
          <p:nvPr/>
        </p:nvSpPr>
        <p:spPr>
          <a:xfrm>
            <a:off x="2349466" y="2557230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Serial PON: HWTC</a:t>
            </a:r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73BCF95B-3065-CD7B-96E4-51A2CF3EB78B}"/>
              </a:ext>
            </a:extLst>
          </p:cNvPr>
          <p:cNvCxnSpPr/>
          <p:nvPr/>
        </p:nvCxnSpPr>
        <p:spPr>
          <a:xfrm flipH="1">
            <a:off x="2883359" y="2848316"/>
            <a:ext cx="692361" cy="580684"/>
          </a:xfrm>
          <a:prstGeom prst="straightConnector1">
            <a:avLst/>
          </a:prstGeom>
          <a:ln w="44450" cmpd="sng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3B116083-874B-1A3D-BE71-3BEF242C87CC}"/>
              </a:ext>
            </a:extLst>
          </p:cNvPr>
          <p:cNvSpPr txBox="1"/>
          <p:nvPr/>
        </p:nvSpPr>
        <p:spPr>
          <a:xfrm>
            <a:off x="2400951" y="3357727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+mj-lt"/>
              </a:rPr>
              <a:t>Marca</a:t>
            </a:r>
            <a:r>
              <a:rPr lang="en-US" sz="1400" dirty="0">
                <a:latin typeface="+mj-lt"/>
              </a:rPr>
              <a:t> HUAWEI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F594A5A1-49FB-9879-92B8-863A93D98BF9}"/>
              </a:ext>
            </a:extLst>
          </p:cNvPr>
          <p:cNvGrpSpPr/>
          <p:nvPr/>
        </p:nvGrpSpPr>
        <p:grpSpPr>
          <a:xfrm>
            <a:off x="7035331" y="5003912"/>
            <a:ext cx="2445045" cy="1737456"/>
            <a:chOff x="6937401" y="4931382"/>
            <a:chExt cx="2445045" cy="1737456"/>
          </a:xfrm>
        </p:grpSpPr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1A08D002-D980-5397-15D4-090E66295293}"/>
                </a:ext>
              </a:extLst>
            </p:cNvPr>
            <p:cNvSpPr/>
            <p:nvPr/>
          </p:nvSpPr>
          <p:spPr>
            <a:xfrm>
              <a:off x="6976248" y="5329550"/>
              <a:ext cx="295275" cy="252316"/>
            </a:xfrm>
            <a:prstGeom prst="ellipse">
              <a:avLst/>
            </a:prstGeom>
            <a:solidFill>
              <a:srgbClr val="FF0000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E83AB42D-C52C-BBB0-DEEF-CCFAFBA365A5}"/>
                </a:ext>
              </a:extLst>
            </p:cNvPr>
            <p:cNvSpPr/>
            <p:nvPr/>
          </p:nvSpPr>
          <p:spPr>
            <a:xfrm>
              <a:off x="6976247" y="5665502"/>
              <a:ext cx="295275" cy="252316"/>
            </a:xfrm>
            <a:prstGeom prst="ellipse">
              <a:avLst/>
            </a:prstGeom>
            <a:solidFill>
              <a:schemeClr val="accent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Elipse 98">
              <a:extLst>
                <a:ext uri="{FF2B5EF4-FFF2-40B4-BE49-F238E27FC236}">
                  <a16:creationId xmlns:a16="http://schemas.microsoft.com/office/drawing/2014/main" id="{0B43D166-F8A4-764B-E8F8-E50AB70EECA9}"/>
                </a:ext>
              </a:extLst>
            </p:cNvPr>
            <p:cNvSpPr/>
            <p:nvPr/>
          </p:nvSpPr>
          <p:spPr>
            <a:xfrm>
              <a:off x="6976246" y="5992977"/>
              <a:ext cx="295275" cy="252316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Elipse 99">
              <a:extLst>
                <a:ext uri="{FF2B5EF4-FFF2-40B4-BE49-F238E27FC236}">
                  <a16:creationId xmlns:a16="http://schemas.microsoft.com/office/drawing/2014/main" id="{3188A500-A90F-4DDC-092B-F98F1258BBFC}"/>
                </a:ext>
              </a:extLst>
            </p:cNvPr>
            <p:cNvSpPr/>
            <p:nvPr/>
          </p:nvSpPr>
          <p:spPr>
            <a:xfrm>
              <a:off x="6976245" y="6320452"/>
              <a:ext cx="295275" cy="252316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CuadroTexto 100">
              <a:extLst>
                <a:ext uri="{FF2B5EF4-FFF2-40B4-BE49-F238E27FC236}">
                  <a16:creationId xmlns:a16="http://schemas.microsoft.com/office/drawing/2014/main" id="{4D7ACBA1-66DF-23AD-1EC1-C1606C575774}"/>
                </a:ext>
              </a:extLst>
            </p:cNvPr>
            <p:cNvSpPr txBox="1"/>
            <p:nvPr/>
          </p:nvSpPr>
          <p:spPr>
            <a:xfrm>
              <a:off x="7425876" y="5284549"/>
              <a:ext cx="1914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ABONADO (inter)</a:t>
              </a:r>
            </a:p>
          </p:txBody>
        </p:sp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9C746712-E533-2E20-4E93-A8043304640E}"/>
                </a:ext>
              </a:extLst>
            </p:cNvPr>
            <p:cNvSpPr txBox="1"/>
            <p:nvPr/>
          </p:nvSpPr>
          <p:spPr>
            <a:xfrm>
              <a:off x="7447406" y="5597756"/>
              <a:ext cx="1914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OPERACIONES IP</a:t>
              </a:r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51C8970C-C1C8-CFA2-2620-2D97F7297C4F}"/>
                </a:ext>
              </a:extLst>
            </p:cNvPr>
            <p:cNvSpPr txBox="1"/>
            <p:nvPr/>
          </p:nvSpPr>
          <p:spPr>
            <a:xfrm>
              <a:off x="7467921" y="5948758"/>
              <a:ext cx="1914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SISTEMAS</a:t>
              </a:r>
            </a:p>
          </p:txBody>
        </p: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FF07F445-D35C-671A-F8BA-8F03E106005A}"/>
                </a:ext>
              </a:extLst>
            </p:cNvPr>
            <p:cNvSpPr txBox="1"/>
            <p:nvPr/>
          </p:nvSpPr>
          <p:spPr>
            <a:xfrm>
              <a:off x="7467921" y="6236790"/>
              <a:ext cx="1914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HEAD END ARU</a:t>
              </a:r>
            </a:p>
          </p:txBody>
        </p:sp>
        <p:cxnSp>
          <p:nvCxnSpPr>
            <p:cNvPr id="105" name="Conector recto 104">
              <a:extLst>
                <a:ext uri="{FF2B5EF4-FFF2-40B4-BE49-F238E27FC236}">
                  <a16:creationId xmlns:a16="http://schemas.microsoft.com/office/drawing/2014/main" id="{64119E88-1B16-9321-E19C-27E1EA9130B7}"/>
                </a:ext>
              </a:extLst>
            </p:cNvPr>
            <p:cNvCxnSpPr/>
            <p:nvPr/>
          </p:nvCxnSpPr>
          <p:spPr>
            <a:xfrm>
              <a:off x="6976245" y="6611688"/>
              <a:ext cx="2914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Elipse 106">
              <a:extLst>
                <a:ext uri="{FF2B5EF4-FFF2-40B4-BE49-F238E27FC236}">
                  <a16:creationId xmlns:a16="http://schemas.microsoft.com/office/drawing/2014/main" id="{D5838BFF-84B8-40AC-32B7-2F9FEA41F65A}"/>
                </a:ext>
              </a:extLst>
            </p:cNvPr>
            <p:cNvSpPr/>
            <p:nvPr/>
          </p:nvSpPr>
          <p:spPr>
            <a:xfrm>
              <a:off x="6974356" y="4986670"/>
              <a:ext cx="295275" cy="252316"/>
            </a:xfrm>
            <a:prstGeom prst="ellipse">
              <a:avLst/>
            </a:prstGeom>
            <a:solidFill>
              <a:srgbClr val="FFFF00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CuadroTexto 107">
              <a:extLst>
                <a:ext uri="{FF2B5EF4-FFF2-40B4-BE49-F238E27FC236}">
                  <a16:creationId xmlns:a16="http://schemas.microsoft.com/office/drawing/2014/main" id="{CAB6D932-7D91-E58D-4498-05283279FBEA}"/>
                </a:ext>
              </a:extLst>
            </p:cNvPr>
            <p:cNvSpPr txBox="1"/>
            <p:nvPr/>
          </p:nvSpPr>
          <p:spPr>
            <a:xfrm>
              <a:off x="7447406" y="4941168"/>
              <a:ext cx="1914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NETUNO</a:t>
              </a:r>
            </a:p>
          </p:txBody>
        </p:sp>
        <p:sp>
          <p:nvSpPr>
            <p:cNvPr id="113" name="Rectángulo 112">
              <a:extLst>
                <a:ext uri="{FF2B5EF4-FFF2-40B4-BE49-F238E27FC236}">
                  <a16:creationId xmlns:a16="http://schemas.microsoft.com/office/drawing/2014/main" id="{357721F7-331C-578C-A180-1F277E15DEC2}"/>
                </a:ext>
              </a:extLst>
            </p:cNvPr>
            <p:cNvSpPr/>
            <p:nvPr/>
          </p:nvSpPr>
          <p:spPr>
            <a:xfrm>
              <a:off x="6937401" y="4931382"/>
              <a:ext cx="2306955" cy="173745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5" name="Imagen 114">
            <a:extLst>
              <a:ext uri="{FF2B5EF4-FFF2-40B4-BE49-F238E27FC236}">
                <a16:creationId xmlns:a16="http://schemas.microsoft.com/office/drawing/2014/main" id="{C0D5E4D6-99C3-B59B-B16F-31D800AFDB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892" y="2995391"/>
            <a:ext cx="1698140" cy="582375"/>
          </a:xfrm>
          <a:prstGeom prst="rect">
            <a:avLst/>
          </a:prstGeom>
        </p:spPr>
      </p:pic>
      <p:sp>
        <p:nvSpPr>
          <p:cNvPr id="116" name="CuadroTexto 115">
            <a:extLst>
              <a:ext uri="{FF2B5EF4-FFF2-40B4-BE49-F238E27FC236}">
                <a16:creationId xmlns:a16="http://schemas.microsoft.com/office/drawing/2014/main" id="{BAB14BAE-421E-EB0E-D50F-E16A745E870A}"/>
              </a:ext>
            </a:extLst>
          </p:cNvPr>
          <p:cNvSpPr txBox="1"/>
          <p:nvPr/>
        </p:nvSpPr>
        <p:spPr>
          <a:xfrm>
            <a:off x="4959798" y="2843402"/>
            <a:ext cx="135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+mj-lt"/>
              </a:rPr>
              <a:t>Sw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Netuno</a:t>
            </a:r>
            <a:endParaRPr lang="en-US" dirty="0">
              <a:latin typeface="+mj-lt"/>
            </a:endParaRP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334F0DE9-4CB8-B91B-A183-E5F8DDA905F7}"/>
              </a:ext>
            </a:extLst>
          </p:cNvPr>
          <p:cNvSpPr txBox="1"/>
          <p:nvPr/>
        </p:nvSpPr>
        <p:spPr>
          <a:xfrm>
            <a:off x="6991706" y="3419473"/>
            <a:ext cx="135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+mj-lt"/>
              </a:rPr>
              <a:t>Sw</a:t>
            </a:r>
            <a:r>
              <a:rPr lang="en-US" dirty="0">
                <a:latin typeface="+mj-lt"/>
              </a:rPr>
              <a:t> Inter</a:t>
            </a:r>
          </a:p>
        </p:txBody>
      </p:sp>
      <p:sp>
        <p:nvSpPr>
          <p:cNvPr id="145" name="Text Placeholder 6">
            <a:extLst>
              <a:ext uri="{FF2B5EF4-FFF2-40B4-BE49-F238E27FC236}">
                <a16:creationId xmlns:a16="http://schemas.microsoft.com/office/drawing/2014/main" id="{502D88E1-0C68-5A6B-03CD-38F41B2EB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398" y="1427884"/>
            <a:ext cx="2269748" cy="1762125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         –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Netuno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– Inter</a:t>
            </a:r>
          </a:p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Empresa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 </a:t>
            </a:r>
          </a:p>
        </p:txBody>
      </p:sp>
    </p:spTree>
    <p:extLst>
      <p:ext uri="{BB962C8B-B14F-4D97-AF65-F5344CB8AC3E}">
        <p14:creationId xmlns:p14="http://schemas.microsoft.com/office/powerpoint/2010/main" val="2905806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Forma libre 71">
            <a:extLst>
              <a:ext uri="{FF2B5EF4-FFF2-40B4-BE49-F238E27FC236}">
                <a16:creationId xmlns:a16="http://schemas.microsoft.com/office/drawing/2014/main" id="{4A4329D0-9DEE-DFA6-3C22-A4EBBF1885E0}"/>
              </a:ext>
            </a:extLst>
          </p:cNvPr>
          <p:cNvSpPr/>
          <p:nvPr/>
        </p:nvSpPr>
        <p:spPr>
          <a:xfrm>
            <a:off x="6970309" y="1574209"/>
            <a:ext cx="5169968" cy="3823766"/>
          </a:xfrm>
          <a:custGeom>
            <a:avLst/>
            <a:gdLst>
              <a:gd name="connsiteX0" fmla="*/ 0 w 6438900"/>
              <a:gd name="connsiteY0" fmla="*/ 2686050 h 4572000"/>
              <a:gd name="connsiteX1" fmla="*/ 76200 w 6438900"/>
              <a:gd name="connsiteY1" fmla="*/ 838200 h 4572000"/>
              <a:gd name="connsiteX2" fmla="*/ 1866900 w 6438900"/>
              <a:gd name="connsiteY2" fmla="*/ 847725 h 4572000"/>
              <a:gd name="connsiteX3" fmla="*/ 3352800 w 6438900"/>
              <a:gd name="connsiteY3" fmla="*/ 809625 h 4572000"/>
              <a:gd name="connsiteX4" fmla="*/ 3390900 w 6438900"/>
              <a:gd name="connsiteY4" fmla="*/ 0 h 4572000"/>
              <a:gd name="connsiteX5" fmla="*/ 5686425 w 6438900"/>
              <a:gd name="connsiteY5" fmla="*/ 95250 h 4572000"/>
              <a:gd name="connsiteX6" fmla="*/ 6438900 w 6438900"/>
              <a:gd name="connsiteY6" fmla="*/ 2438400 h 4572000"/>
              <a:gd name="connsiteX7" fmla="*/ 5334000 w 6438900"/>
              <a:gd name="connsiteY7" fmla="*/ 4572000 h 4572000"/>
              <a:gd name="connsiteX8" fmla="*/ 2609850 w 6438900"/>
              <a:gd name="connsiteY8" fmla="*/ 4524375 h 4572000"/>
              <a:gd name="connsiteX9" fmla="*/ 2695575 w 6438900"/>
              <a:gd name="connsiteY9" fmla="*/ 4105275 h 4572000"/>
              <a:gd name="connsiteX10" fmla="*/ 1971675 w 6438900"/>
              <a:gd name="connsiteY10" fmla="*/ 4067175 h 4572000"/>
              <a:gd name="connsiteX11" fmla="*/ 2095500 w 6438900"/>
              <a:gd name="connsiteY11" fmla="*/ 2876550 h 4572000"/>
              <a:gd name="connsiteX12" fmla="*/ 0 w 6438900"/>
              <a:gd name="connsiteY12" fmla="*/ 268605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38900" h="4572000">
                <a:moveTo>
                  <a:pt x="0" y="2686050"/>
                </a:moveTo>
                <a:lnTo>
                  <a:pt x="76200" y="838200"/>
                </a:lnTo>
                <a:lnTo>
                  <a:pt x="1866900" y="847725"/>
                </a:lnTo>
                <a:lnTo>
                  <a:pt x="3352800" y="809625"/>
                </a:lnTo>
                <a:lnTo>
                  <a:pt x="3390900" y="0"/>
                </a:lnTo>
                <a:lnTo>
                  <a:pt x="5686425" y="95250"/>
                </a:lnTo>
                <a:lnTo>
                  <a:pt x="6438900" y="2438400"/>
                </a:lnTo>
                <a:lnTo>
                  <a:pt x="5334000" y="4572000"/>
                </a:lnTo>
                <a:lnTo>
                  <a:pt x="2609850" y="4524375"/>
                </a:lnTo>
                <a:lnTo>
                  <a:pt x="2695575" y="4105275"/>
                </a:lnTo>
                <a:lnTo>
                  <a:pt x="1971675" y="4067175"/>
                </a:lnTo>
                <a:lnTo>
                  <a:pt x="2095500" y="2876550"/>
                </a:lnTo>
                <a:lnTo>
                  <a:pt x="0" y="2686050"/>
                </a:lnTo>
                <a:close/>
              </a:path>
            </a:pathLst>
          </a:custGeom>
          <a:solidFill>
            <a:srgbClr val="FFFF66">
              <a:alpha val="337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084D4-4C51-60BE-9272-D2035FD6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62" y="425917"/>
            <a:ext cx="1340540" cy="720079"/>
          </a:xfrm>
        </p:spPr>
        <p:txBody>
          <a:bodyPr>
            <a:normAutofit fontScale="90000"/>
          </a:bodyPr>
          <a:lstStyle/>
          <a:p>
            <a:r>
              <a:rPr lang="es-ES" dirty="0">
                <a:latin typeface="Branding SF Narrow Black It" panose="00000A06000000000000" pitchFamily="2" charset="0"/>
              </a:rPr>
              <a:t>RED FTTH</a:t>
            </a:r>
            <a:endParaRPr lang="en-VE" dirty="0">
              <a:latin typeface="Branding SF Narrow Black It" panose="00000A06000000000000" pitchFamily="2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E690862-69CA-D762-4D48-B3DD239299C8}"/>
              </a:ext>
            </a:extLst>
          </p:cNvPr>
          <p:cNvSpPr txBox="1">
            <a:spLocks/>
          </p:cNvSpPr>
          <p:nvPr/>
        </p:nvSpPr>
        <p:spPr>
          <a:xfrm>
            <a:off x="1775520" y="6165304"/>
            <a:ext cx="2285601" cy="424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r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AAACAE"/>
                </a:solidFill>
              </a:rPr>
              <a:t>VICEPRESIDENCIA DE INGENIERÍA </a:t>
            </a:r>
          </a:p>
          <a:p>
            <a:pPr algn="l"/>
            <a:r>
              <a:rPr lang="en-US" dirty="0">
                <a:solidFill>
                  <a:srgbClr val="AAACAE"/>
                </a:solidFill>
              </a:rPr>
              <a:t>Y OPERACIONES TÉCNICAS</a:t>
            </a:r>
            <a:endParaRPr lang="en-VE" dirty="0">
              <a:solidFill>
                <a:srgbClr val="AAACAE"/>
              </a:solidFill>
            </a:endParaRPr>
          </a:p>
        </p:txBody>
      </p:sp>
      <p:sp>
        <p:nvSpPr>
          <p:cNvPr id="145" name="Text Placeholder 6">
            <a:extLst>
              <a:ext uri="{FF2B5EF4-FFF2-40B4-BE49-F238E27FC236}">
                <a16:creationId xmlns:a16="http://schemas.microsoft.com/office/drawing/2014/main" id="{502D88E1-0C68-5A6B-03CD-38F41B2EB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868" y="1427884"/>
            <a:ext cx="2269748" cy="1762125"/>
          </a:xfrm>
        </p:spPr>
        <p:txBody>
          <a:bodyPr>
            <a:normAutofit lnSpcReduction="10000"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Netuno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– Inter         –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Netuno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Empresa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ADCDF5-0FFF-920D-449F-8FBCA2C46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780" y="1664208"/>
            <a:ext cx="1343134" cy="12193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FE5C7AF-CE20-A9F9-BB71-15712A128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857" y="3608831"/>
            <a:ext cx="1343134" cy="1219390"/>
          </a:xfrm>
          <a:prstGeom prst="rect">
            <a:avLst/>
          </a:prstGeom>
        </p:spPr>
      </p:pic>
      <p:cxnSp>
        <p:nvCxnSpPr>
          <p:cNvPr id="11" name="Conector angular 37">
            <a:extLst>
              <a:ext uri="{FF2B5EF4-FFF2-40B4-BE49-F238E27FC236}">
                <a16:creationId xmlns:a16="http://schemas.microsoft.com/office/drawing/2014/main" id="{7938AB4B-582E-2DA4-601E-70ED47B982A5}"/>
              </a:ext>
            </a:extLst>
          </p:cNvPr>
          <p:cNvCxnSpPr>
            <a:cxnSpLocks/>
          </p:cNvCxnSpPr>
          <p:nvPr/>
        </p:nvCxnSpPr>
        <p:spPr>
          <a:xfrm>
            <a:off x="4481124" y="4018283"/>
            <a:ext cx="1147550" cy="95941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4DE20A72-C026-B4EB-3874-3E9C3161D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823" y="27444"/>
            <a:ext cx="2512403" cy="2125869"/>
          </a:xfrm>
          <a:prstGeom prst="rect">
            <a:avLst/>
          </a:prstGeom>
        </p:spPr>
      </p:pic>
      <p:sp>
        <p:nvSpPr>
          <p:cNvPr id="13" name="Forma libre 29">
            <a:extLst>
              <a:ext uri="{FF2B5EF4-FFF2-40B4-BE49-F238E27FC236}">
                <a16:creationId xmlns:a16="http://schemas.microsoft.com/office/drawing/2014/main" id="{3B6F585A-C7AB-78CF-553A-6C6D417AA1C7}"/>
              </a:ext>
            </a:extLst>
          </p:cNvPr>
          <p:cNvSpPr/>
          <p:nvPr/>
        </p:nvSpPr>
        <p:spPr>
          <a:xfrm>
            <a:off x="3433564" y="1390650"/>
            <a:ext cx="3238500" cy="3409950"/>
          </a:xfrm>
          <a:custGeom>
            <a:avLst/>
            <a:gdLst>
              <a:gd name="connsiteX0" fmla="*/ 285750 w 3238500"/>
              <a:gd name="connsiteY0" fmla="*/ 95250 h 3409950"/>
              <a:gd name="connsiteX1" fmla="*/ 0 w 3238500"/>
              <a:gd name="connsiteY1" fmla="*/ 3124200 h 3409950"/>
              <a:gd name="connsiteX2" fmla="*/ 200025 w 3238500"/>
              <a:gd name="connsiteY2" fmla="*/ 3400425 h 3409950"/>
              <a:gd name="connsiteX3" fmla="*/ 1276350 w 3238500"/>
              <a:gd name="connsiteY3" fmla="*/ 3409950 h 3409950"/>
              <a:gd name="connsiteX4" fmla="*/ 1447800 w 3238500"/>
              <a:gd name="connsiteY4" fmla="*/ 2981325 h 3409950"/>
              <a:gd name="connsiteX5" fmla="*/ 2790825 w 3238500"/>
              <a:gd name="connsiteY5" fmla="*/ 2943225 h 3409950"/>
              <a:gd name="connsiteX6" fmla="*/ 3228975 w 3238500"/>
              <a:gd name="connsiteY6" fmla="*/ 2152650 h 3409950"/>
              <a:gd name="connsiteX7" fmla="*/ 3238500 w 3238500"/>
              <a:gd name="connsiteY7" fmla="*/ 485775 h 3409950"/>
              <a:gd name="connsiteX8" fmla="*/ 1762125 w 3238500"/>
              <a:gd name="connsiteY8" fmla="*/ 209550 h 3409950"/>
              <a:gd name="connsiteX9" fmla="*/ 1104900 w 3238500"/>
              <a:gd name="connsiteY9" fmla="*/ 0 h 3409950"/>
              <a:gd name="connsiteX10" fmla="*/ 342900 w 3238500"/>
              <a:gd name="connsiteY10" fmla="*/ 47625 h 3409950"/>
              <a:gd name="connsiteX11" fmla="*/ 285750 w 3238500"/>
              <a:gd name="connsiteY11" fmla="*/ 952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38500" h="3409950">
                <a:moveTo>
                  <a:pt x="285750" y="95250"/>
                </a:moveTo>
                <a:lnTo>
                  <a:pt x="0" y="3124200"/>
                </a:lnTo>
                <a:lnTo>
                  <a:pt x="200025" y="3400425"/>
                </a:lnTo>
                <a:lnTo>
                  <a:pt x="1276350" y="3409950"/>
                </a:lnTo>
                <a:lnTo>
                  <a:pt x="1447800" y="2981325"/>
                </a:lnTo>
                <a:lnTo>
                  <a:pt x="2790825" y="2943225"/>
                </a:lnTo>
                <a:lnTo>
                  <a:pt x="3228975" y="2152650"/>
                </a:lnTo>
                <a:lnTo>
                  <a:pt x="3238500" y="485775"/>
                </a:lnTo>
                <a:lnTo>
                  <a:pt x="1762125" y="209550"/>
                </a:lnTo>
                <a:lnTo>
                  <a:pt x="1104900" y="0"/>
                </a:lnTo>
                <a:lnTo>
                  <a:pt x="342900" y="47625"/>
                </a:lnTo>
                <a:lnTo>
                  <a:pt x="285750" y="9525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A751946-6185-34E3-0488-9604AC8C5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0376" y="1355979"/>
            <a:ext cx="2083836" cy="1076325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88E0DC3-B722-6507-B7B2-E1469BFE0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440" y="2853880"/>
            <a:ext cx="2083836" cy="1076325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49B218DC-39E9-FFF0-1359-85B531D8B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4280" y="4330827"/>
            <a:ext cx="2083836" cy="1076325"/>
          </a:xfrm>
          <a:prstGeom prst="rect">
            <a:avLst/>
          </a:prstGeom>
        </p:spPr>
      </p:pic>
      <p:cxnSp>
        <p:nvCxnSpPr>
          <p:cNvPr id="36" name="Conector angular 10">
            <a:extLst>
              <a:ext uri="{FF2B5EF4-FFF2-40B4-BE49-F238E27FC236}">
                <a16:creationId xmlns:a16="http://schemas.microsoft.com/office/drawing/2014/main" id="{9F51F620-CE80-3F3D-640F-8DE64660F3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21010" y="3392042"/>
            <a:ext cx="2843143" cy="8534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13">
            <a:extLst>
              <a:ext uri="{FF2B5EF4-FFF2-40B4-BE49-F238E27FC236}">
                <a16:creationId xmlns:a16="http://schemas.microsoft.com/office/drawing/2014/main" id="{408AD75F-38DA-41E1-BB1C-87A868E0D6D8}"/>
              </a:ext>
            </a:extLst>
          </p:cNvPr>
          <p:cNvCxnSpPr/>
          <p:nvPr/>
        </p:nvCxnSpPr>
        <p:spPr>
          <a:xfrm>
            <a:off x="4044296" y="2273903"/>
            <a:ext cx="3419856" cy="9813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r 16">
            <a:extLst>
              <a:ext uri="{FF2B5EF4-FFF2-40B4-BE49-F238E27FC236}">
                <a16:creationId xmlns:a16="http://schemas.microsoft.com/office/drawing/2014/main" id="{C111BA22-4552-69A3-CD77-9A3A038B05B1}"/>
              </a:ext>
            </a:extLst>
          </p:cNvPr>
          <p:cNvCxnSpPr>
            <a:stCxn id="15" idx="1"/>
          </p:cNvCxnSpPr>
          <p:nvPr/>
        </p:nvCxnSpPr>
        <p:spPr>
          <a:xfrm rot="10800000" flipV="1">
            <a:off x="7991004" y="1894142"/>
            <a:ext cx="1489372" cy="13611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r 18">
            <a:extLst>
              <a:ext uri="{FF2B5EF4-FFF2-40B4-BE49-F238E27FC236}">
                <a16:creationId xmlns:a16="http://schemas.microsoft.com/office/drawing/2014/main" id="{6FB02368-65BA-5B09-D76B-4295F0054FCF}"/>
              </a:ext>
            </a:extLst>
          </p:cNvPr>
          <p:cNvCxnSpPr>
            <a:stCxn id="34" idx="1"/>
          </p:cNvCxnSpPr>
          <p:nvPr/>
        </p:nvCxnSpPr>
        <p:spPr>
          <a:xfrm rot="10800000">
            <a:off x="7463692" y="3335847"/>
            <a:ext cx="2592748" cy="5619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angular 21">
            <a:extLst>
              <a:ext uri="{FF2B5EF4-FFF2-40B4-BE49-F238E27FC236}">
                <a16:creationId xmlns:a16="http://schemas.microsoft.com/office/drawing/2014/main" id="{1C2BF4E8-0C23-54CF-4381-C34577173F96}"/>
              </a:ext>
            </a:extLst>
          </p:cNvPr>
          <p:cNvCxnSpPr>
            <a:stCxn id="35" idx="1"/>
          </p:cNvCxnSpPr>
          <p:nvPr/>
        </p:nvCxnSpPr>
        <p:spPr>
          <a:xfrm rot="10800000">
            <a:off x="7660514" y="3404236"/>
            <a:ext cx="2203767" cy="146475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63CC87D-C657-1768-EA14-B6939266A73C}"/>
              </a:ext>
            </a:extLst>
          </p:cNvPr>
          <p:cNvSpPr txBox="1"/>
          <p:nvPr/>
        </p:nvSpPr>
        <p:spPr>
          <a:xfrm>
            <a:off x="3618448" y="134847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OLT1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5DF74C5-1861-8E24-83C6-E2DE3B648A80}"/>
              </a:ext>
            </a:extLst>
          </p:cNvPr>
          <p:cNvSpPr txBox="1"/>
          <p:nvPr/>
        </p:nvSpPr>
        <p:spPr>
          <a:xfrm>
            <a:off x="10298105" y="2514266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G2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EF42BA1-F8BC-13F9-FEF3-FAE167CB00FD}"/>
              </a:ext>
            </a:extLst>
          </p:cNvPr>
          <p:cNvSpPr txBox="1"/>
          <p:nvPr/>
        </p:nvSpPr>
        <p:spPr>
          <a:xfrm>
            <a:off x="3389723" y="321806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OLT2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CF5BBE6-3FBB-7403-AB83-75EB7639C6D2}"/>
              </a:ext>
            </a:extLst>
          </p:cNvPr>
          <p:cNvSpPr txBox="1"/>
          <p:nvPr/>
        </p:nvSpPr>
        <p:spPr>
          <a:xfrm>
            <a:off x="9864280" y="93099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G1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D825654-47FE-EB86-DF7E-BFE9712A654E}"/>
              </a:ext>
            </a:extLst>
          </p:cNvPr>
          <p:cNvSpPr txBox="1"/>
          <p:nvPr/>
        </p:nvSpPr>
        <p:spPr>
          <a:xfrm>
            <a:off x="9955152" y="3982449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G3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4FBCEA7D-6C2B-0754-A272-8338A4CBA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6199" y="4550223"/>
            <a:ext cx="1495865" cy="1015140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EF9BEFAD-A0A6-0D09-59DB-9171C1BAB5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8614" y="5714844"/>
            <a:ext cx="1495865" cy="1015140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856ADA63-DC4F-E76E-760D-C256F66E03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198" y="4827720"/>
            <a:ext cx="1495865" cy="1015140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8015AEE2-4788-8A03-241A-96C4ACCC6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538" y="22782"/>
            <a:ext cx="1495865" cy="1015140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5D609BFB-8E90-0914-754A-C82C62E96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103" y="78903"/>
            <a:ext cx="1495865" cy="1015140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3CFD1FC1-CEC7-29CE-CA27-40ED41BF2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3552" y="1258763"/>
            <a:ext cx="1495865" cy="1015140"/>
          </a:xfrm>
          <a:prstGeom prst="rect">
            <a:avLst/>
          </a:prstGeom>
        </p:spPr>
      </p:pic>
      <p:cxnSp>
        <p:nvCxnSpPr>
          <p:cNvPr id="52" name="Conector angular 11">
            <a:extLst>
              <a:ext uri="{FF2B5EF4-FFF2-40B4-BE49-F238E27FC236}">
                <a16:creationId xmlns:a16="http://schemas.microsoft.com/office/drawing/2014/main" id="{ED82747D-1EFE-018D-FFC3-C2BE5288E35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31710" y="896980"/>
            <a:ext cx="1424513" cy="710756"/>
          </a:xfrm>
          <a:prstGeom prst="bentConnector3">
            <a:avLst>
              <a:gd name="adj1" fmla="val 3803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35">
            <a:extLst>
              <a:ext uri="{FF2B5EF4-FFF2-40B4-BE49-F238E27FC236}">
                <a16:creationId xmlns:a16="http://schemas.microsoft.com/office/drawing/2014/main" id="{B8DDBA11-AEB0-5344-813F-BFB1F201E69A}"/>
              </a:ext>
            </a:extLst>
          </p:cNvPr>
          <p:cNvCxnSpPr>
            <a:cxnSpLocks/>
          </p:cNvCxnSpPr>
          <p:nvPr/>
        </p:nvCxnSpPr>
        <p:spPr>
          <a:xfrm rot="5400000">
            <a:off x="3798626" y="1057330"/>
            <a:ext cx="1498919" cy="66067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angular 36">
            <a:extLst>
              <a:ext uri="{FF2B5EF4-FFF2-40B4-BE49-F238E27FC236}">
                <a16:creationId xmlns:a16="http://schemas.microsoft.com/office/drawing/2014/main" id="{EB186E34-5E68-B611-CA33-DD63DA65E4E9}"/>
              </a:ext>
            </a:extLst>
          </p:cNvPr>
          <p:cNvCxnSpPr/>
          <p:nvPr/>
        </p:nvCxnSpPr>
        <p:spPr>
          <a:xfrm>
            <a:off x="2669881" y="1717810"/>
            <a:ext cx="1446736" cy="944165"/>
          </a:xfrm>
          <a:prstGeom prst="bentConnector3">
            <a:avLst>
              <a:gd name="adj1" fmla="val 660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angular 38">
            <a:extLst>
              <a:ext uri="{FF2B5EF4-FFF2-40B4-BE49-F238E27FC236}">
                <a16:creationId xmlns:a16="http://schemas.microsoft.com/office/drawing/2014/main" id="{A4C47322-2E7F-089F-910F-7BD903BA0395}"/>
              </a:ext>
            </a:extLst>
          </p:cNvPr>
          <p:cNvCxnSpPr/>
          <p:nvPr/>
        </p:nvCxnSpPr>
        <p:spPr>
          <a:xfrm rot="5400000" flipH="1" flipV="1">
            <a:off x="3082636" y="4311217"/>
            <a:ext cx="1039118" cy="85373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angular 39">
            <a:extLst>
              <a:ext uri="{FF2B5EF4-FFF2-40B4-BE49-F238E27FC236}">
                <a16:creationId xmlns:a16="http://schemas.microsoft.com/office/drawing/2014/main" id="{F40B98A3-09DD-44D3-9F56-0EFA8DCD89B1}"/>
              </a:ext>
            </a:extLst>
          </p:cNvPr>
          <p:cNvCxnSpPr/>
          <p:nvPr/>
        </p:nvCxnSpPr>
        <p:spPr>
          <a:xfrm rot="16200000" flipH="1">
            <a:off x="3773318" y="5070451"/>
            <a:ext cx="1591988" cy="5017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adroTexto 56">
            <a:extLst>
              <a:ext uri="{FF2B5EF4-FFF2-40B4-BE49-F238E27FC236}">
                <a16:creationId xmlns:a16="http://schemas.microsoft.com/office/drawing/2014/main" id="{E475A4C7-EC93-09DE-9E13-7E0040131C66}"/>
              </a:ext>
            </a:extLst>
          </p:cNvPr>
          <p:cNvSpPr txBox="1"/>
          <p:nvPr/>
        </p:nvSpPr>
        <p:spPr>
          <a:xfrm>
            <a:off x="5492488" y="1554561"/>
            <a:ext cx="11795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+mj-lt"/>
              </a:rPr>
              <a:t>Demonio</a:t>
            </a:r>
            <a:r>
              <a:rPr lang="en-US" dirty="0">
                <a:latin typeface="+mj-lt"/>
              </a:rPr>
              <a:t> OLT</a:t>
            </a:r>
          </a:p>
        </p:txBody>
      </p:sp>
      <p:sp>
        <p:nvSpPr>
          <p:cNvPr id="58" name="Forma libre 51">
            <a:extLst>
              <a:ext uri="{FF2B5EF4-FFF2-40B4-BE49-F238E27FC236}">
                <a16:creationId xmlns:a16="http://schemas.microsoft.com/office/drawing/2014/main" id="{B4AD4765-985B-9D05-7311-2F18F4929BB5}"/>
              </a:ext>
            </a:extLst>
          </p:cNvPr>
          <p:cNvSpPr/>
          <p:nvPr/>
        </p:nvSpPr>
        <p:spPr>
          <a:xfrm>
            <a:off x="2128639" y="44624"/>
            <a:ext cx="2667000" cy="1981200"/>
          </a:xfrm>
          <a:custGeom>
            <a:avLst/>
            <a:gdLst>
              <a:gd name="connsiteX0" fmla="*/ 219075 w 2667000"/>
              <a:gd name="connsiteY0" fmla="*/ 0 h 1981200"/>
              <a:gd name="connsiteX1" fmla="*/ 1000125 w 2667000"/>
              <a:gd name="connsiteY1" fmla="*/ 28575 h 1981200"/>
              <a:gd name="connsiteX2" fmla="*/ 1000125 w 2667000"/>
              <a:gd name="connsiteY2" fmla="*/ 1057275 h 1981200"/>
              <a:gd name="connsiteX3" fmla="*/ 1866900 w 2667000"/>
              <a:gd name="connsiteY3" fmla="*/ 1066800 h 1981200"/>
              <a:gd name="connsiteX4" fmla="*/ 1876425 w 2667000"/>
              <a:gd name="connsiteY4" fmla="*/ 123825 h 1981200"/>
              <a:gd name="connsiteX5" fmla="*/ 2667000 w 2667000"/>
              <a:gd name="connsiteY5" fmla="*/ 104775 h 1981200"/>
              <a:gd name="connsiteX6" fmla="*/ 2628900 w 2667000"/>
              <a:gd name="connsiteY6" fmla="*/ 1304925 h 1981200"/>
              <a:gd name="connsiteX7" fmla="*/ 819150 w 2667000"/>
              <a:gd name="connsiteY7" fmla="*/ 1343025 h 1981200"/>
              <a:gd name="connsiteX8" fmla="*/ 819150 w 2667000"/>
              <a:gd name="connsiteY8" fmla="*/ 1971675 h 1981200"/>
              <a:gd name="connsiteX9" fmla="*/ 0 w 2667000"/>
              <a:gd name="connsiteY9" fmla="*/ 1981200 h 1981200"/>
              <a:gd name="connsiteX10" fmla="*/ 219075 w 2667000"/>
              <a:gd name="connsiteY10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67000" h="1981200">
                <a:moveTo>
                  <a:pt x="219075" y="0"/>
                </a:moveTo>
                <a:lnTo>
                  <a:pt x="1000125" y="28575"/>
                </a:lnTo>
                <a:lnTo>
                  <a:pt x="1000125" y="1057275"/>
                </a:lnTo>
                <a:lnTo>
                  <a:pt x="1866900" y="1066800"/>
                </a:lnTo>
                <a:lnTo>
                  <a:pt x="1876425" y="123825"/>
                </a:lnTo>
                <a:lnTo>
                  <a:pt x="2667000" y="104775"/>
                </a:lnTo>
                <a:lnTo>
                  <a:pt x="2628900" y="1304925"/>
                </a:lnTo>
                <a:lnTo>
                  <a:pt x="819150" y="1343025"/>
                </a:lnTo>
                <a:lnTo>
                  <a:pt x="819150" y="1971675"/>
                </a:lnTo>
                <a:lnTo>
                  <a:pt x="0" y="1981200"/>
                </a:lnTo>
                <a:lnTo>
                  <a:pt x="219075" y="0"/>
                </a:lnTo>
                <a:close/>
              </a:path>
            </a:pathLst>
          </a:custGeom>
          <a:solidFill>
            <a:srgbClr val="FFFF66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46ED4B0D-C1E1-2ECB-C8DB-78E02C17F4B5}"/>
              </a:ext>
            </a:extLst>
          </p:cNvPr>
          <p:cNvSpPr/>
          <p:nvPr/>
        </p:nvSpPr>
        <p:spPr>
          <a:xfrm>
            <a:off x="2989158" y="1078992"/>
            <a:ext cx="683210" cy="1357907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0D179735-FED3-E447-15D9-2C2CE459B7BC}"/>
              </a:ext>
            </a:extLst>
          </p:cNvPr>
          <p:cNvSpPr/>
          <p:nvPr/>
        </p:nvSpPr>
        <p:spPr>
          <a:xfrm>
            <a:off x="3484956" y="85799"/>
            <a:ext cx="744366" cy="1104814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13AA0E51-E1BC-1CE6-F900-45CCCCECA096}"/>
              </a:ext>
            </a:extLst>
          </p:cNvPr>
          <p:cNvSpPr/>
          <p:nvPr/>
        </p:nvSpPr>
        <p:spPr>
          <a:xfrm>
            <a:off x="5070336" y="69534"/>
            <a:ext cx="710951" cy="1167228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5A9FA1E1-F75F-7B4C-70A6-084F3A34ADAC}"/>
              </a:ext>
            </a:extLst>
          </p:cNvPr>
          <p:cNvSpPr/>
          <p:nvPr/>
        </p:nvSpPr>
        <p:spPr>
          <a:xfrm>
            <a:off x="3348903" y="4724400"/>
            <a:ext cx="624998" cy="127368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DE851D56-BB8F-108B-0147-B7A1CCA80709}"/>
              </a:ext>
            </a:extLst>
          </p:cNvPr>
          <p:cNvSpPr/>
          <p:nvPr/>
        </p:nvSpPr>
        <p:spPr>
          <a:xfrm>
            <a:off x="4999754" y="5565363"/>
            <a:ext cx="700949" cy="1246922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428D15E7-0BD7-DCE5-1E55-E1C816C31897}"/>
              </a:ext>
            </a:extLst>
          </p:cNvPr>
          <p:cNvSpPr/>
          <p:nvPr/>
        </p:nvSpPr>
        <p:spPr>
          <a:xfrm>
            <a:off x="5954074" y="4425934"/>
            <a:ext cx="690834" cy="131983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orma libre 59">
            <a:extLst>
              <a:ext uri="{FF2B5EF4-FFF2-40B4-BE49-F238E27FC236}">
                <a16:creationId xmlns:a16="http://schemas.microsoft.com/office/drawing/2014/main" id="{2FDA70A2-1261-866E-E5BC-115969DF059E}"/>
              </a:ext>
            </a:extLst>
          </p:cNvPr>
          <p:cNvSpPr/>
          <p:nvPr/>
        </p:nvSpPr>
        <p:spPr>
          <a:xfrm>
            <a:off x="2521831" y="4619625"/>
            <a:ext cx="3448050" cy="1762125"/>
          </a:xfrm>
          <a:custGeom>
            <a:avLst/>
            <a:gdLst>
              <a:gd name="connsiteX0" fmla="*/ 47625 w 3448050"/>
              <a:gd name="connsiteY0" fmla="*/ 171450 h 1762125"/>
              <a:gd name="connsiteX1" fmla="*/ 0 w 3448050"/>
              <a:gd name="connsiteY1" fmla="*/ 933450 h 1762125"/>
              <a:gd name="connsiteX2" fmla="*/ 1828800 w 3448050"/>
              <a:gd name="connsiteY2" fmla="*/ 1762125 h 1762125"/>
              <a:gd name="connsiteX3" fmla="*/ 2428875 w 3448050"/>
              <a:gd name="connsiteY3" fmla="*/ 1695450 h 1762125"/>
              <a:gd name="connsiteX4" fmla="*/ 2676525 w 3448050"/>
              <a:gd name="connsiteY4" fmla="*/ 552450 h 1762125"/>
              <a:gd name="connsiteX5" fmla="*/ 3419475 w 3448050"/>
              <a:gd name="connsiteY5" fmla="*/ 504825 h 1762125"/>
              <a:gd name="connsiteX6" fmla="*/ 3448050 w 3448050"/>
              <a:gd name="connsiteY6" fmla="*/ 0 h 1762125"/>
              <a:gd name="connsiteX7" fmla="*/ 2495550 w 3448050"/>
              <a:gd name="connsiteY7" fmla="*/ 47625 h 1762125"/>
              <a:gd name="connsiteX8" fmla="*/ 2400300 w 3448050"/>
              <a:gd name="connsiteY8" fmla="*/ 295275 h 1762125"/>
              <a:gd name="connsiteX9" fmla="*/ 1495425 w 3448050"/>
              <a:gd name="connsiteY9" fmla="*/ 209550 h 1762125"/>
              <a:gd name="connsiteX10" fmla="*/ 1343025 w 3448050"/>
              <a:gd name="connsiteY10" fmla="*/ 1466850 h 1762125"/>
              <a:gd name="connsiteX11" fmla="*/ 447675 w 3448050"/>
              <a:gd name="connsiteY11" fmla="*/ 923925 h 1762125"/>
              <a:gd name="connsiteX12" fmla="*/ 828675 w 3448050"/>
              <a:gd name="connsiteY12" fmla="*/ 828675 h 1762125"/>
              <a:gd name="connsiteX13" fmla="*/ 809625 w 3448050"/>
              <a:gd name="connsiteY13" fmla="*/ 200025 h 1762125"/>
              <a:gd name="connsiteX14" fmla="*/ 47625 w 3448050"/>
              <a:gd name="connsiteY14" fmla="*/ 171450 h 176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48050" h="1762125">
                <a:moveTo>
                  <a:pt x="47625" y="171450"/>
                </a:moveTo>
                <a:lnTo>
                  <a:pt x="0" y="933450"/>
                </a:lnTo>
                <a:lnTo>
                  <a:pt x="1828800" y="1762125"/>
                </a:lnTo>
                <a:lnTo>
                  <a:pt x="2428875" y="1695450"/>
                </a:lnTo>
                <a:lnTo>
                  <a:pt x="2676525" y="552450"/>
                </a:lnTo>
                <a:lnTo>
                  <a:pt x="3419475" y="504825"/>
                </a:lnTo>
                <a:lnTo>
                  <a:pt x="3448050" y="0"/>
                </a:lnTo>
                <a:lnTo>
                  <a:pt x="2495550" y="47625"/>
                </a:lnTo>
                <a:lnTo>
                  <a:pt x="2400300" y="295275"/>
                </a:lnTo>
                <a:lnTo>
                  <a:pt x="1495425" y="209550"/>
                </a:lnTo>
                <a:lnTo>
                  <a:pt x="1343025" y="1466850"/>
                </a:lnTo>
                <a:lnTo>
                  <a:pt x="447675" y="923925"/>
                </a:lnTo>
                <a:lnTo>
                  <a:pt x="828675" y="828675"/>
                </a:lnTo>
                <a:lnTo>
                  <a:pt x="809625" y="200025"/>
                </a:lnTo>
                <a:lnTo>
                  <a:pt x="47625" y="171450"/>
                </a:lnTo>
                <a:close/>
              </a:path>
            </a:pathLst>
          </a:custGeom>
          <a:solidFill>
            <a:srgbClr val="FFFF66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450EBE90-50F5-4534-4283-77E6F64FAEA7}"/>
              </a:ext>
            </a:extLst>
          </p:cNvPr>
          <p:cNvGrpSpPr/>
          <p:nvPr/>
        </p:nvGrpSpPr>
        <p:grpSpPr>
          <a:xfrm>
            <a:off x="6689918" y="4979243"/>
            <a:ext cx="2574434" cy="1762125"/>
            <a:chOff x="5676079" y="4809468"/>
            <a:chExt cx="2574434" cy="1762125"/>
          </a:xfrm>
        </p:grpSpPr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CC7B392A-61D7-8339-3ABB-0AD856F051BA}"/>
                </a:ext>
              </a:extLst>
            </p:cNvPr>
            <p:cNvSpPr/>
            <p:nvPr/>
          </p:nvSpPr>
          <p:spPr>
            <a:xfrm>
              <a:off x="5836247" y="5232305"/>
              <a:ext cx="295275" cy="252316"/>
            </a:xfrm>
            <a:prstGeom prst="ellipse">
              <a:avLst/>
            </a:prstGeom>
            <a:solidFill>
              <a:srgbClr val="FF0000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2E0E7757-F23F-0483-52DE-0E9A389ABBCB}"/>
                </a:ext>
              </a:extLst>
            </p:cNvPr>
            <p:cNvSpPr/>
            <p:nvPr/>
          </p:nvSpPr>
          <p:spPr>
            <a:xfrm>
              <a:off x="5836246" y="5568257"/>
              <a:ext cx="295275" cy="252316"/>
            </a:xfrm>
            <a:prstGeom prst="ellipse">
              <a:avLst/>
            </a:prstGeom>
            <a:solidFill>
              <a:schemeClr val="accent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FFBA1DE3-BAB2-E190-25CB-94A85F362124}"/>
                </a:ext>
              </a:extLst>
            </p:cNvPr>
            <p:cNvSpPr/>
            <p:nvPr/>
          </p:nvSpPr>
          <p:spPr>
            <a:xfrm>
              <a:off x="5836245" y="5895732"/>
              <a:ext cx="295275" cy="252316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99A0C54B-2D1F-9C28-0EF8-66E3529EA395}"/>
                </a:ext>
              </a:extLst>
            </p:cNvPr>
            <p:cNvSpPr txBox="1"/>
            <p:nvPr/>
          </p:nvSpPr>
          <p:spPr>
            <a:xfrm>
              <a:off x="6089474" y="5187304"/>
              <a:ext cx="21610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ABONADO (</a:t>
              </a:r>
              <a:r>
                <a:rPr lang="en-US" dirty="0" err="1">
                  <a:latin typeface="+mj-lt"/>
                </a:rPr>
                <a:t>Netuno</a:t>
              </a:r>
              <a:r>
                <a:rPr lang="en-US" dirty="0">
                  <a:latin typeface="+mj-lt"/>
                </a:rPr>
                <a:t>)</a:t>
              </a:r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4AA7D5FF-0E12-5815-CC71-939ED0729956}"/>
                </a:ext>
              </a:extLst>
            </p:cNvPr>
            <p:cNvSpPr txBox="1"/>
            <p:nvPr/>
          </p:nvSpPr>
          <p:spPr>
            <a:xfrm>
              <a:off x="6111004" y="5500511"/>
              <a:ext cx="1914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OPERACIONES IP</a:t>
              </a:r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883E92B9-D2A5-AEA5-60E9-20CD8EDBB542}"/>
                </a:ext>
              </a:extLst>
            </p:cNvPr>
            <p:cNvSpPr txBox="1"/>
            <p:nvPr/>
          </p:nvSpPr>
          <p:spPr>
            <a:xfrm>
              <a:off x="6131519" y="5834825"/>
              <a:ext cx="1914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SISTEMAS</a:t>
              </a: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084905FF-BA66-F127-BDF3-5B374E575A85}"/>
                </a:ext>
              </a:extLst>
            </p:cNvPr>
            <p:cNvSpPr txBox="1"/>
            <p:nvPr/>
          </p:nvSpPr>
          <p:spPr>
            <a:xfrm>
              <a:off x="6127743" y="6202261"/>
              <a:ext cx="1914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HEAD END ARU</a:t>
              </a:r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0F72A45D-0D91-7E52-6410-160B80AD6F14}"/>
                </a:ext>
              </a:extLst>
            </p:cNvPr>
            <p:cNvCxnSpPr/>
            <p:nvPr/>
          </p:nvCxnSpPr>
          <p:spPr>
            <a:xfrm>
              <a:off x="5853686" y="6400143"/>
              <a:ext cx="2914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D31DFE47-22C4-70B8-AA0D-6669C038F2B1}"/>
                </a:ext>
              </a:extLst>
            </p:cNvPr>
            <p:cNvSpPr/>
            <p:nvPr/>
          </p:nvSpPr>
          <p:spPr>
            <a:xfrm>
              <a:off x="5834355" y="4889425"/>
              <a:ext cx="295275" cy="252316"/>
            </a:xfrm>
            <a:prstGeom prst="ellipse">
              <a:avLst/>
            </a:prstGeom>
            <a:solidFill>
              <a:srgbClr val="FFFF00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FA7E91BB-C69D-2DA5-2E38-FEC2F29E9E64}"/>
                </a:ext>
              </a:extLst>
            </p:cNvPr>
            <p:cNvSpPr txBox="1"/>
            <p:nvPr/>
          </p:nvSpPr>
          <p:spPr>
            <a:xfrm>
              <a:off x="6111004" y="4843923"/>
              <a:ext cx="1914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NETUNO</a:t>
              </a:r>
            </a:p>
          </p:txBody>
        </p:sp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A86D2466-531F-E9BE-BFE8-A615F35C0DA8}"/>
                </a:ext>
              </a:extLst>
            </p:cNvPr>
            <p:cNvSpPr/>
            <p:nvPr/>
          </p:nvSpPr>
          <p:spPr>
            <a:xfrm>
              <a:off x="5676079" y="4809468"/>
              <a:ext cx="2366189" cy="17621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8F704593-23BE-AE14-11E5-B790E2278F6E}"/>
              </a:ext>
            </a:extLst>
          </p:cNvPr>
          <p:cNvCxnSpPr/>
          <p:nvPr/>
        </p:nvCxnSpPr>
        <p:spPr>
          <a:xfrm>
            <a:off x="2500116" y="1962150"/>
            <a:ext cx="14954" cy="710537"/>
          </a:xfrm>
          <a:prstGeom prst="straightConnector1">
            <a:avLst/>
          </a:prstGeom>
          <a:ln w="44450" cmpd="sng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uadroTexto 79">
            <a:extLst>
              <a:ext uri="{FF2B5EF4-FFF2-40B4-BE49-F238E27FC236}">
                <a16:creationId xmlns:a16="http://schemas.microsoft.com/office/drawing/2014/main" id="{10D8265C-DF82-F71B-93D0-71F8538C2E38}"/>
              </a:ext>
            </a:extLst>
          </p:cNvPr>
          <p:cNvSpPr txBox="1"/>
          <p:nvPr/>
        </p:nvSpPr>
        <p:spPr>
          <a:xfrm>
            <a:off x="2100578" y="2672687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Serial PON: FHTT</a:t>
            </a:r>
          </a:p>
        </p:txBody>
      </p: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CF6BB41F-528A-1C15-CB57-5285169A59F0}"/>
              </a:ext>
            </a:extLst>
          </p:cNvPr>
          <p:cNvCxnSpPr/>
          <p:nvPr/>
        </p:nvCxnSpPr>
        <p:spPr>
          <a:xfrm flipH="1">
            <a:off x="3134700" y="2832206"/>
            <a:ext cx="692361" cy="580684"/>
          </a:xfrm>
          <a:prstGeom prst="straightConnector1">
            <a:avLst/>
          </a:prstGeom>
          <a:ln w="44450" cmpd="sng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355B9460-2542-D0A4-396D-57B71F6593A5}"/>
              </a:ext>
            </a:extLst>
          </p:cNvPr>
          <p:cNvSpPr txBox="1"/>
          <p:nvPr/>
        </p:nvSpPr>
        <p:spPr>
          <a:xfrm>
            <a:off x="2082449" y="3357727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+mj-lt"/>
              </a:rPr>
              <a:t>Marca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FiberHome</a:t>
            </a:r>
            <a:endParaRPr lang="en-US" sz="1400" dirty="0">
              <a:latin typeface="+mj-lt"/>
            </a:endParaRPr>
          </a:p>
        </p:txBody>
      </p:sp>
      <p:pic>
        <p:nvPicPr>
          <p:cNvPr id="118" name="Imagen 117">
            <a:extLst>
              <a:ext uri="{FF2B5EF4-FFF2-40B4-BE49-F238E27FC236}">
                <a16:creationId xmlns:a16="http://schemas.microsoft.com/office/drawing/2014/main" id="{FADB2AB8-97A6-9EE9-E2B8-C4DF4D5073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2482" y="2898876"/>
            <a:ext cx="1547356" cy="616789"/>
          </a:xfrm>
          <a:prstGeom prst="rect">
            <a:avLst/>
          </a:prstGeom>
        </p:spPr>
      </p:pic>
      <p:pic>
        <p:nvPicPr>
          <p:cNvPr id="120" name="Imagen 119">
            <a:extLst>
              <a:ext uri="{FF2B5EF4-FFF2-40B4-BE49-F238E27FC236}">
                <a16:creationId xmlns:a16="http://schemas.microsoft.com/office/drawing/2014/main" id="{4E667F66-9120-1E30-2E9E-86CF824611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613" y="2975697"/>
            <a:ext cx="1698140" cy="582375"/>
          </a:xfrm>
          <a:prstGeom prst="rect">
            <a:avLst/>
          </a:prstGeom>
        </p:spPr>
      </p:pic>
      <p:sp>
        <p:nvSpPr>
          <p:cNvPr id="121" name="CuadroTexto 120">
            <a:extLst>
              <a:ext uri="{FF2B5EF4-FFF2-40B4-BE49-F238E27FC236}">
                <a16:creationId xmlns:a16="http://schemas.microsoft.com/office/drawing/2014/main" id="{1219C222-D260-0136-D781-D9230B0CAB41}"/>
              </a:ext>
            </a:extLst>
          </p:cNvPr>
          <p:cNvSpPr txBox="1"/>
          <p:nvPr/>
        </p:nvSpPr>
        <p:spPr>
          <a:xfrm>
            <a:off x="7022444" y="2823708"/>
            <a:ext cx="135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+mj-lt"/>
              </a:rPr>
              <a:t>Sw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Netuno</a:t>
            </a:r>
            <a:endParaRPr lang="en-US" dirty="0">
              <a:latin typeface="+mj-lt"/>
            </a:endParaRP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D9E392C0-3377-3018-DB34-6862718356DA}"/>
              </a:ext>
            </a:extLst>
          </p:cNvPr>
          <p:cNvSpPr txBox="1"/>
          <p:nvPr/>
        </p:nvSpPr>
        <p:spPr>
          <a:xfrm>
            <a:off x="5240625" y="2714210"/>
            <a:ext cx="135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+mj-lt"/>
              </a:rPr>
              <a:t>Sw</a:t>
            </a:r>
            <a:r>
              <a:rPr lang="en-US" dirty="0">
                <a:latin typeface="+mj-lt"/>
              </a:rPr>
              <a:t> Inter</a:t>
            </a:r>
          </a:p>
        </p:txBody>
      </p:sp>
    </p:spTree>
    <p:extLst>
      <p:ext uri="{BB962C8B-B14F-4D97-AF65-F5344CB8AC3E}">
        <p14:creationId xmlns:p14="http://schemas.microsoft.com/office/powerpoint/2010/main" val="321630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4009801-8A92-048F-B6B1-2ED684555A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372" y="1245973"/>
            <a:ext cx="11305256" cy="4703307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>
                <a:latin typeface="+mj-lt"/>
              </a:rPr>
              <a:t>El aprovisionamiento de un abonado FTTH lleva 2 etapas: 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</a:pPr>
            <a:r>
              <a:rPr lang="es-VE" dirty="0">
                <a:latin typeface="+mj-lt"/>
              </a:rPr>
              <a:t>I. OLT (capa 2, MAC, </a:t>
            </a:r>
            <a:r>
              <a:rPr lang="es-VE" dirty="0" err="1">
                <a:latin typeface="+mj-lt"/>
              </a:rPr>
              <a:t>VLANs</a:t>
            </a:r>
            <a:r>
              <a:rPr lang="es-VE" dirty="0">
                <a:latin typeface="+mj-lt"/>
              </a:rPr>
              <a:t>, WAN)	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</a:pPr>
            <a:r>
              <a:rPr lang="es-VE" dirty="0">
                <a:latin typeface="+mj-lt"/>
              </a:rPr>
              <a:t>II. Servidor 815 (capa 3, DHCP, dirección IP, WANMAC, </a:t>
            </a:r>
            <a:r>
              <a:rPr lang="es-VE" dirty="0" err="1">
                <a:latin typeface="+mj-lt"/>
              </a:rPr>
              <a:t>gateway</a:t>
            </a:r>
            <a:r>
              <a:rPr lang="es-VE" dirty="0">
                <a:latin typeface="+mj-lt"/>
              </a:rPr>
              <a:t> a Internet, planes de navegación)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>
                <a:latin typeface="+mj-lt"/>
              </a:rPr>
              <a:t>Ambas etapas se realizan de forma automática empleando “DEMONIOS” (</a:t>
            </a:r>
            <a:r>
              <a:rPr lang="es-V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NINGUNO de los cuales es administrado por Operaciones sino por SISTEMAS</a:t>
            </a:r>
            <a:r>
              <a:rPr lang="es-VE" dirty="0">
                <a:latin typeface="+mj-lt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>
                <a:latin typeface="+mj-lt"/>
              </a:rPr>
              <a:t>Si un Abonado aparece como “ONU no encontrada” No esta siendo detectada por la OLT, no hay conectividad.  </a:t>
            </a:r>
            <a:r>
              <a:rPr lang="es-V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Los problemas de potencia NO pueden resolverse desde Operaciones IP</a:t>
            </a:r>
            <a:r>
              <a:rPr lang="es-VE" dirty="0">
                <a:latin typeface="+mj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>
                <a:latin typeface="+mj-lt"/>
              </a:rPr>
              <a:t>Si un Abonado emite y recibe potencia aparecerá en DISCOVERY, posteriormente, si la potencia está dentro de los umbrales, la ONU está homologada y reconocida, pasará a estar en </a:t>
            </a:r>
            <a:r>
              <a:rPr lang="es-VE" dirty="0" err="1">
                <a:latin typeface="+mj-lt"/>
              </a:rPr>
              <a:t>Whitelist</a:t>
            </a:r>
            <a:r>
              <a:rPr lang="es-VE" dirty="0">
                <a:latin typeface="+mj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>
                <a:latin typeface="+mj-lt"/>
              </a:rPr>
              <a:t>El Demonio OLT enviará todas las instrucciones de configuración y de no haber algún inconveniente, pasará al estado deseado “Aprovisionada en OLT”.  </a:t>
            </a:r>
            <a:r>
              <a:rPr lang="es-V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Esto finaliza la Primera fase del aprovisionamiento</a:t>
            </a:r>
            <a:r>
              <a:rPr lang="es-VE" dirty="0">
                <a:latin typeface="+mj-lt"/>
              </a:rPr>
              <a:t>. (Si no llega a estar en “Aprovisionada en OLT” sino que se queda en un estado intermedio, como en el </a:t>
            </a:r>
            <a:r>
              <a:rPr lang="es-VE" dirty="0" err="1">
                <a:latin typeface="+mj-lt"/>
              </a:rPr>
              <a:t>discovery</a:t>
            </a:r>
            <a:r>
              <a:rPr lang="es-VE" dirty="0">
                <a:latin typeface="+mj-lt"/>
              </a:rPr>
              <a:t>, ONU no autorizada, registro SIP fallido, registro VLAN fallido; </a:t>
            </a:r>
            <a:r>
              <a:rPr lang="es-V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lo mas probable es que estemos ante un problema con el demonio de aprovisionamiento, el cual corresponde a SISTEMAS</a:t>
            </a:r>
            <a:r>
              <a:rPr lang="es-VE" dirty="0">
                <a:latin typeface="+mj-lt"/>
              </a:rPr>
              <a:t>)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FBDCCE9-1142-9CAA-909D-7875645A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6" y="247897"/>
            <a:ext cx="7776864" cy="1020863"/>
          </a:xfrm>
        </p:spPr>
        <p:txBody>
          <a:bodyPr>
            <a:normAutofit/>
          </a:bodyPr>
          <a:lstStyle/>
          <a:p>
            <a:r>
              <a:rPr lang="es-ES" dirty="0">
                <a:latin typeface="Branding SF Narrow Black It" panose="00000A06000000000000" pitchFamily="2" charset="0"/>
              </a:rPr>
              <a:t>VISIÓN GENERAL DE LA RED FTTH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B36DC5F1-1846-B91D-93FB-AE426BDD6F3F}"/>
              </a:ext>
            </a:extLst>
          </p:cNvPr>
          <p:cNvSpPr txBox="1">
            <a:spLocks/>
          </p:cNvSpPr>
          <p:nvPr/>
        </p:nvSpPr>
        <p:spPr>
          <a:xfrm>
            <a:off x="1768624" y="6165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3569716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4009801-8A92-048F-B6B1-2ED684555A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372" y="1340768"/>
            <a:ext cx="11305256" cy="4536504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</a:rPr>
              <a:t>Comienza</a:t>
            </a:r>
            <a:r>
              <a:rPr lang="en-US" dirty="0">
                <a:latin typeface="+mj-lt"/>
              </a:rPr>
              <a:t> a </a:t>
            </a:r>
            <a:r>
              <a:rPr lang="en-US" dirty="0" err="1">
                <a:latin typeface="+mj-lt"/>
              </a:rPr>
              <a:t>actuar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el</a:t>
            </a:r>
            <a:r>
              <a:rPr lang="en-US" dirty="0">
                <a:latin typeface="+mj-lt"/>
              </a:rPr>
              <a:t> </a:t>
            </a:r>
            <a:r>
              <a:rPr lang="es-VE" dirty="0">
                <a:latin typeface="+mj-lt"/>
              </a:rPr>
              <a:t>Demonio</a:t>
            </a:r>
            <a:r>
              <a:rPr lang="en-US" dirty="0">
                <a:latin typeface="+mj-lt"/>
              </a:rPr>
              <a:t> 815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(Solo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después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de que se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llega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al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estado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“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Aprovisionado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OLT”), </a:t>
            </a:r>
            <a:r>
              <a:rPr lang="en-US" dirty="0" err="1">
                <a:latin typeface="+mj-lt"/>
              </a:rPr>
              <a:t>quien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ordena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crear</a:t>
            </a:r>
            <a:r>
              <a:rPr lang="en-US" dirty="0">
                <a:latin typeface="+mj-lt"/>
              </a:rPr>
              <a:t> </a:t>
            </a:r>
            <a:r>
              <a:rPr lang="es-VE" dirty="0">
                <a:latin typeface="+mj-lt"/>
              </a:rPr>
              <a:t>la conexión en el servidor, con el plan de navegación adecuado, la dirección IP asignada y WANMAC. (Si la conexión en 815 no se crea puede deberse a un problema de aprovisionamiento con el demonio: No se genera la instrucción, la instrucción se genera con </a:t>
            </a:r>
            <a:r>
              <a:rPr lang="es-VE" dirty="0" err="1">
                <a:latin typeface="+mj-lt"/>
              </a:rPr>
              <a:t>errors</a:t>
            </a:r>
            <a:r>
              <a:rPr lang="es-VE" dirty="0">
                <a:latin typeface="+mj-lt"/>
              </a:rPr>
              <a:t> (caracteres inválidos), la instrucción queda “pendiente” o en estatus “errónea”,  también puede deberse a lentitud en el proceso de la “Instrucción”, a bloqueo de base de datos del servidor 815, o a agotamiento de </a:t>
            </a:r>
            <a:r>
              <a:rPr lang="es-VE" dirty="0" err="1">
                <a:latin typeface="+mj-lt"/>
              </a:rPr>
              <a:t>IPs</a:t>
            </a:r>
            <a:r>
              <a:rPr lang="es-VE" dirty="0">
                <a:latin typeface="+mj-lt"/>
              </a:rPr>
              <a:t> disponibles en el Servidor).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>
                <a:latin typeface="+mj-lt"/>
              </a:rPr>
              <a:t>Si la conexión se crea con éxito, el abonado debe poder disfrutar de nuestro servicio (MAC en VERDE) y habría terminado la segunda y última etapa de aprovisionamiento.  Si la conexión se crea pero queda MAC en ROJO la ONU puede estar apagada (chequear Soporte FH) o puede haber una incongruencia entra la MAC cargada y la MAC actual. Los abonados configurados en modo BRIDGE </a:t>
            </a:r>
            <a:r>
              <a:rPr lang="es-VE" dirty="0" err="1">
                <a:latin typeface="+mj-lt"/>
              </a:rPr>
              <a:t>Tambien</a:t>
            </a:r>
            <a:r>
              <a:rPr lang="es-VE" dirty="0">
                <a:latin typeface="+mj-lt"/>
              </a:rPr>
              <a:t> tienen ambas MAC iguales pero no comienzan como nuestras </a:t>
            </a:r>
            <a:r>
              <a:rPr lang="es-VE" dirty="0" err="1">
                <a:latin typeface="+mj-lt"/>
              </a:rPr>
              <a:t>MACs</a:t>
            </a:r>
            <a:r>
              <a:rPr lang="es-VE" dirty="0">
                <a:latin typeface="+mj-lt"/>
              </a:rPr>
              <a:t> (porque corresponde a un equipo propiedad del abonado, que está conectado a la ONU</a:t>
            </a:r>
            <a:r>
              <a:rPr lang="es-VE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/>
              <a:t>La </a:t>
            </a:r>
            <a:r>
              <a:rPr lang="es-VE" dirty="0" err="1"/>
              <a:t>Onu</a:t>
            </a:r>
            <a:r>
              <a:rPr lang="es-VE" dirty="0"/>
              <a:t> puede estar configurada en modo </a:t>
            </a:r>
            <a:r>
              <a:rPr lang="es-VE" dirty="0" err="1"/>
              <a:t>Router</a:t>
            </a:r>
            <a:r>
              <a:rPr lang="es-VE" dirty="0"/>
              <a:t> o en modo bridge (modo bridge para servicio de IP certificada o para empresa B </a:t>
            </a:r>
            <a:r>
              <a:rPr lang="es-VE" dirty="0" err="1"/>
              <a:t>Onus</a:t>
            </a:r>
            <a:r>
              <a:rPr lang="es-VE" dirty="0"/>
              <a:t> Huawei), antes el modo bridge solo era soportado por </a:t>
            </a:r>
            <a:r>
              <a:rPr lang="es-VE" dirty="0" err="1"/>
              <a:t>ONUs</a:t>
            </a:r>
            <a:r>
              <a:rPr lang="es-VE" dirty="0"/>
              <a:t> </a:t>
            </a:r>
            <a:r>
              <a:rPr lang="es-VE" dirty="0" err="1"/>
              <a:t>Fiberhome</a:t>
            </a:r>
            <a:r>
              <a:rPr lang="es-VE" dirty="0"/>
              <a:t> con telefonía o por </a:t>
            </a:r>
            <a:r>
              <a:rPr lang="es-VE" dirty="0" err="1"/>
              <a:t>ONUs</a:t>
            </a:r>
            <a:r>
              <a:rPr lang="es-VE" dirty="0"/>
              <a:t> Huawei pero ahora, en las </a:t>
            </a:r>
            <a:r>
              <a:rPr lang="es-VE" dirty="0" err="1"/>
              <a:t>ONUs</a:t>
            </a:r>
            <a:r>
              <a:rPr lang="es-VE" dirty="0"/>
              <a:t> sencillas  ya se puede configurar modo BRIDGE con la última versión de firmware que tenemos.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VE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FBDCCE9-1142-9CAA-909D-7875645A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6" y="247897"/>
            <a:ext cx="7776864" cy="1020863"/>
          </a:xfrm>
        </p:spPr>
        <p:txBody>
          <a:bodyPr>
            <a:normAutofit/>
          </a:bodyPr>
          <a:lstStyle/>
          <a:p>
            <a:r>
              <a:rPr lang="es-ES" dirty="0">
                <a:latin typeface="Branding SF Narrow Black It" panose="00000A06000000000000" pitchFamily="2" charset="0"/>
              </a:rPr>
              <a:t>VISIÓN GENERAL DE LA RED FTTH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BA2A592-7A90-9057-3E80-263A8263193A}"/>
              </a:ext>
            </a:extLst>
          </p:cNvPr>
          <p:cNvSpPr txBox="1">
            <a:spLocks/>
          </p:cNvSpPr>
          <p:nvPr/>
        </p:nvSpPr>
        <p:spPr>
          <a:xfrm>
            <a:off x="1768624" y="6165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2889612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4009801-8A92-048F-B6B1-2ED684555A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372" y="1026303"/>
            <a:ext cx="11305256" cy="5211009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/>
              <a:t>No se debe REAPROVISIONAR NI enviar REFRESH por Soporte </a:t>
            </a:r>
            <a:r>
              <a:rPr lang="es-VE" dirty="0" err="1"/>
              <a:t>FibraHogar</a:t>
            </a:r>
            <a:r>
              <a:rPr lang="es-VE" dirty="0"/>
              <a:t> a </a:t>
            </a:r>
            <a:r>
              <a:rPr lang="es-VE" dirty="0" err="1"/>
              <a:t>ONUs</a:t>
            </a:r>
            <a:r>
              <a:rPr lang="es-VE" dirty="0"/>
              <a:t> en Modo BRIDGE, sea IP certificada o Empresa 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/>
              <a:t>No se debe eliminar en </a:t>
            </a:r>
            <a:r>
              <a:rPr lang="es-VE" dirty="0" err="1"/>
              <a:t>Gx</a:t>
            </a:r>
            <a:r>
              <a:rPr lang="es-VE" dirty="0"/>
              <a:t> </a:t>
            </a:r>
            <a:r>
              <a:rPr lang="es-VE" dirty="0" err="1"/>
              <a:t>ONUs</a:t>
            </a:r>
            <a:r>
              <a:rPr lang="es-VE" dirty="0"/>
              <a:t> en modo BRIDGE IP certificada.  SI se pueden eliminar y registrar en </a:t>
            </a:r>
            <a:r>
              <a:rPr lang="es-VE" dirty="0" err="1"/>
              <a:t>Gx</a:t>
            </a:r>
            <a:r>
              <a:rPr lang="es-VE" dirty="0"/>
              <a:t> </a:t>
            </a:r>
            <a:r>
              <a:rPr lang="es-VE" dirty="0" err="1"/>
              <a:t>ONUs</a:t>
            </a:r>
            <a:r>
              <a:rPr lang="es-VE" dirty="0"/>
              <a:t> Empresa 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/>
              <a:t>Las pruebas de velocidad que sirven para certificar la existencia de un problema deben: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s-VE" dirty="0"/>
              <a:t>Ser ejecutadas por línea de comandos CLI (para que el rendimiento de memoria o CPU de la laptop no afecte el resultado)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s-VE" dirty="0"/>
              <a:t>Realizarse contra el servidor </a:t>
            </a:r>
            <a:r>
              <a:rPr lang="es-VE" dirty="0" err="1"/>
              <a:t>Speedtest</a:t>
            </a:r>
            <a:r>
              <a:rPr lang="es-VE" dirty="0"/>
              <a:t> INTER mas cercano a la localidad (para delimitar la prueba y aumentar la confiabilidad del resultado)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s-VE" dirty="0"/>
              <a:t>Aislando nuestra red INTER de los equipos del abonado (pues es el segmento que somos responsables de certificar), esto es: conectados justo al Puerto GE de la ONU con nuestro cable categorizado, sobre nuestra laptop de prueba.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/>
              <a:t>Ejecutar pruebas a Comcast, una vez que se han ejecutado pruebas exitosas dentro de nuestra red, nos da una medida del servicio que nos está brindando nuestro proveedor internacional, de quien nosotros somos clientes.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VE" dirty="0"/>
              <a:t>Los problemas de velocidad generalmente afectan toda la localidad, por lo que si no se puede llegar hasta el abonado, una prueba desde head </a:t>
            </a:r>
            <a:r>
              <a:rPr lang="es-VE" dirty="0" err="1"/>
              <a:t>end</a:t>
            </a:r>
            <a:r>
              <a:rPr lang="es-VE" dirty="0"/>
              <a:t> realizada bajo estas condiciones, sirve para comenzar a investigar.</a:t>
            </a:r>
          </a:p>
          <a:p>
            <a:endParaRPr lang="en-VE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FBDCCE9-1142-9CAA-909D-7875645A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175889"/>
            <a:ext cx="7776864" cy="1020863"/>
          </a:xfrm>
        </p:spPr>
        <p:txBody>
          <a:bodyPr>
            <a:normAutofit/>
          </a:bodyPr>
          <a:lstStyle/>
          <a:p>
            <a:r>
              <a:rPr lang="es-ES" dirty="0">
                <a:latin typeface="Branding SF Narrow Black It" panose="00000A06000000000000" pitchFamily="2" charset="0"/>
              </a:rPr>
              <a:t>VISIÓN GENERAL DE LA RED FTTH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96408-4AC0-42EC-F051-860DD462A609}"/>
              </a:ext>
            </a:extLst>
          </p:cNvPr>
          <p:cNvSpPr txBox="1">
            <a:spLocks/>
          </p:cNvSpPr>
          <p:nvPr/>
        </p:nvSpPr>
        <p:spPr>
          <a:xfrm>
            <a:off x="1768624" y="6165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883406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0FFDD-16EB-59DC-A492-364D84B33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568" y="317192"/>
            <a:ext cx="6208776" cy="807552"/>
          </a:xfrm>
        </p:spPr>
        <p:txBody>
          <a:bodyPr>
            <a:normAutofit/>
          </a:bodyPr>
          <a:lstStyle/>
          <a:p>
            <a:r>
              <a:rPr lang="es-ES" sz="4400" dirty="0">
                <a:latin typeface="Branding SF Narrow Bold It" panose="00000806000000000000" pitchFamily="2" charset="0"/>
              </a:rPr>
              <a:t>ACTIVIDADES SOBRE LA OLT</a:t>
            </a:r>
            <a:endParaRPr lang="en-VE" sz="4400" dirty="0">
              <a:latin typeface="Branding SF Narrow Bold It" panose="00000806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575A4-B969-2070-9BAA-884B2EB5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3695" y="5974275"/>
            <a:ext cx="2743200" cy="365125"/>
          </a:xfrm>
        </p:spPr>
        <p:txBody>
          <a:bodyPr/>
          <a:lstStyle/>
          <a:p>
            <a:fld id="{45A9FE1C-3628-0F40-B328-1C45B148FB20}" type="slidenum">
              <a:rPr lang="en-VE" smtClean="0"/>
              <a:pPr/>
              <a:t>9</a:t>
            </a:fld>
            <a:endParaRPr lang="en-V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E4A32-BE8E-1833-F0EA-6F05D6EC528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775520" y="6165304"/>
            <a:ext cx="4114800" cy="365125"/>
          </a:xfrm>
        </p:spPr>
        <p:txBody>
          <a:bodyPr/>
          <a:lstStyle/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  <p:pic>
        <p:nvPicPr>
          <p:cNvPr id="6" name="Picture 2" descr="China Fiberhome OLT AN5516-01 proveedores - venta por mayor precio -  electrónica Queenton">
            <a:extLst>
              <a:ext uri="{FF2B5EF4-FFF2-40B4-BE49-F238E27FC236}">
                <a16:creationId xmlns:a16="http://schemas.microsoft.com/office/drawing/2014/main" id="{D7DF818B-7341-AA52-168A-F5AD6C3F6C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21"/>
          <a:stretch/>
        </p:blipFill>
        <p:spPr bwMode="auto">
          <a:xfrm>
            <a:off x="3388963" y="1087397"/>
            <a:ext cx="5385794" cy="345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0FE4795-8C11-BA86-CD99-66699B928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99113" y="2564096"/>
            <a:ext cx="3381378" cy="70594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58A9798-025B-5130-3EDC-1806C4942E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79" t="13744" r="12098" b="21641"/>
          <a:stretch/>
        </p:blipFill>
        <p:spPr>
          <a:xfrm>
            <a:off x="4645881" y="5092766"/>
            <a:ext cx="2890217" cy="121655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2A8F465-1BA4-478D-9448-908587E9FC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71" r="2728"/>
          <a:stretch/>
        </p:blipFill>
        <p:spPr>
          <a:xfrm rot="5400000">
            <a:off x="8459318" y="2081172"/>
            <a:ext cx="3495043" cy="2573345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DA98581-6CAF-2D2E-2BB5-C41B4021198B}"/>
              </a:ext>
            </a:extLst>
          </p:cNvPr>
          <p:cNvCxnSpPr/>
          <p:nvPr/>
        </p:nvCxnSpPr>
        <p:spPr>
          <a:xfrm flipV="1">
            <a:off x="7843520" y="1752403"/>
            <a:ext cx="1838960" cy="4978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7A7CAC1-24F0-B469-B9F2-74E81FA9AFA3}"/>
              </a:ext>
            </a:extLst>
          </p:cNvPr>
          <p:cNvCxnSpPr/>
          <p:nvPr/>
        </p:nvCxnSpPr>
        <p:spPr>
          <a:xfrm>
            <a:off x="7660640" y="4218091"/>
            <a:ext cx="2092960" cy="89727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8A21A05-6887-54C9-E284-68E5D6AA1C2E}"/>
              </a:ext>
            </a:extLst>
          </p:cNvPr>
          <p:cNvCxnSpPr>
            <a:cxnSpLocks/>
          </p:cNvCxnSpPr>
          <p:nvPr/>
        </p:nvCxnSpPr>
        <p:spPr>
          <a:xfrm flipH="1" flipV="1">
            <a:off x="1625642" y="1366195"/>
            <a:ext cx="4206198" cy="8840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416A299-7B50-E8FF-5447-FF9863575940}"/>
              </a:ext>
            </a:extLst>
          </p:cNvPr>
          <p:cNvCxnSpPr>
            <a:cxnSpLocks/>
          </p:cNvCxnSpPr>
          <p:nvPr/>
        </p:nvCxnSpPr>
        <p:spPr>
          <a:xfrm flipH="1">
            <a:off x="1625642" y="4221089"/>
            <a:ext cx="4406846" cy="3577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26F32BF-8E0D-F371-96AC-FEC46FF87F15}"/>
              </a:ext>
            </a:extLst>
          </p:cNvPr>
          <p:cNvCxnSpPr>
            <a:cxnSpLocks/>
          </p:cNvCxnSpPr>
          <p:nvPr/>
        </p:nvCxnSpPr>
        <p:spPr>
          <a:xfrm>
            <a:off x="4653282" y="2239088"/>
            <a:ext cx="2956479" cy="255322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E218B8-7A6A-C8A5-E504-A8C1861B64AE}"/>
              </a:ext>
            </a:extLst>
          </p:cNvPr>
          <p:cNvCxnSpPr>
            <a:cxnSpLocks/>
          </p:cNvCxnSpPr>
          <p:nvPr/>
        </p:nvCxnSpPr>
        <p:spPr>
          <a:xfrm>
            <a:off x="4927602" y="4173967"/>
            <a:ext cx="0" cy="77322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E7DD31F-71EE-B175-6F06-E0DDD9DACF68}"/>
              </a:ext>
            </a:extLst>
          </p:cNvPr>
          <p:cNvSpPr txBox="1"/>
          <p:nvPr/>
        </p:nvSpPr>
        <p:spPr>
          <a:xfrm>
            <a:off x="4867290" y="4326195"/>
            <a:ext cx="26688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+mj-lt"/>
              </a:rPr>
              <a:t>Tarjeta</a:t>
            </a:r>
            <a:r>
              <a:rPr lang="en-US" sz="1600" dirty="0">
                <a:latin typeface="+mj-lt"/>
              </a:rPr>
              <a:t> de </a:t>
            </a:r>
            <a:r>
              <a:rPr lang="en-US" sz="1600" dirty="0" err="1">
                <a:latin typeface="+mj-lt"/>
              </a:rPr>
              <a:t>abonados</a:t>
            </a:r>
            <a:r>
              <a:rPr lang="es-ES" sz="1600" dirty="0">
                <a:latin typeface="+mj-lt"/>
              </a:rPr>
              <a:t>, de servicio, puertos PON, GCOB (Slots 1 al 8 y 11 al 18)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A56FC81-AAD6-55FA-AA8D-23612422B903}"/>
              </a:ext>
            </a:extLst>
          </p:cNvPr>
          <p:cNvSpPr txBox="1"/>
          <p:nvPr/>
        </p:nvSpPr>
        <p:spPr>
          <a:xfrm>
            <a:off x="1741783" y="2113534"/>
            <a:ext cx="15173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+mj-lt"/>
              </a:rPr>
              <a:t>Tarjeta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Controladora</a:t>
            </a:r>
            <a:r>
              <a:rPr lang="en-US" sz="1600" dirty="0">
                <a:latin typeface="+mj-lt"/>
              </a:rPr>
              <a:t>, </a:t>
            </a:r>
            <a:r>
              <a:rPr lang="en-US" sz="1600" dirty="0" err="1">
                <a:latin typeface="+mj-lt"/>
              </a:rPr>
              <a:t>Redundante</a:t>
            </a:r>
            <a:r>
              <a:rPr lang="en-US" sz="1600" dirty="0">
                <a:latin typeface="+mj-lt"/>
              </a:rPr>
              <a:t>. </a:t>
            </a:r>
          </a:p>
          <a:p>
            <a:pPr algn="ctr"/>
            <a:r>
              <a:rPr lang="en-US" sz="1600" dirty="0">
                <a:latin typeface="+mj-lt"/>
              </a:rPr>
              <a:t>Slot 9 Master </a:t>
            </a:r>
          </a:p>
          <a:p>
            <a:pPr algn="ctr"/>
            <a:r>
              <a:rPr lang="en-US" sz="1600" dirty="0">
                <a:latin typeface="+mj-lt"/>
              </a:rPr>
              <a:t>Slot 10 Slave.  Puerto de </a:t>
            </a:r>
            <a:r>
              <a:rPr lang="en-US" sz="1600" dirty="0" err="1">
                <a:latin typeface="+mj-lt"/>
              </a:rPr>
              <a:t>Cónsola</a:t>
            </a:r>
            <a:endParaRPr lang="es-ES" sz="1600" dirty="0">
              <a:latin typeface="+mj-lt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0CBE9D2-F9A3-2BF9-0A7D-C458947EB2E5}"/>
              </a:ext>
            </a:extLst>
          </p:cNvPr>
          <p:cNvSpPr txBox="1"/>
          <p:nvPr/>
        </p:nvSpPr>
        <p:spPr>
          <a:xfrm>
            <a:off x="8205044" y="3417198"/>
            <a:ext cx="15173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+mj-lt"/>
              </a:rPr>
              <a:t>Tarjeta</a:t>
            </a:r>
            <a:r>
              <a:rPr lang="en-US" sz="1600" dirty="0">
                <a:latin typeface="+mj-lt"/>
              </a:rPr>
              <a:t> de UPLINK, </a:t>
            </a:r>
            <a:r>
              <a:rPr lang="en-US" sz="1600" dirty="0" err="1">
                <a:latin typeface="+mj-lt"/>
              </a:rPr>
              <a:t>Tráfico</a:t>
            </a:r>
            <a:r>
              <a:rPr lang="en-US" sz="1600" dirty="0">
                <a:latin typeface="+mj-lt"/>
              </a:rPr>
              <a:t> de la OLT, </a:t>
            </a:r>
            <a:r>
              <a:rPr lang="en-US" sz="1600" dirty="0" err="1">
                <a:latin typeface="+mj-lt"/>
              </a:rPr>
              <a:t>va</a:t>
            </a:r>
            <a:r>
              <a:rPr lang="en-US" sz="1600" dirty="0">
                <a:latin typeface="+mj-lt"/>
              </a:rPr>
              <a:t> al Switch</a:t>
            </a:r>
            <a:endParaRPr lang="es-E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86319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ABB9A6-C882-26C8-50C0-B436A2AD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888" y="375245"/>
            <a:ext cx="5472607" cy="1325563"/>
          </a:xfrm>
        </p:spPr>
        <p:txBody>
          <a:bodyPr/>
          <a:lstStyle/>
          <a:p>
            <a:r>
              <a:rPr lang="es-ES" dirty="0">
                <a:latin typeface="Branding SF Narrow Black It" panose="00000A06000000000000" pitchFamily="2" charset="0"/>
              </a:rPr>
              <a:t>CONFIGURACIÓN DE OLT</a:t>
            </a:r>
            <a:endParaRPr lang="en-VE" dirty="0">
              <a:latin typeface="Branding SF Narrow Black It" panose="00000A06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4276D-7552-1513-DF61-6F31B0D1AC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95682" y="2834773"/>
            <a:ext cx="6600824" cy="318651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VE" sz="1900" b="1" dirty="0"/>
              <a:t>Procedimientos a realizar por el ARU: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sz="1900" dirty="0"/>
              <a:t>Conectar el módulo SFP-10G-SR en el puerto del switch indicado por el personal de Operaciones IP.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sz="1900" dirty="0"/>
              <a:t>Conectar el módulo XFP-10G-SR en el puerto de la OLT indicado por el personal de Operaciones IP.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sz="1900" dirty="0"/>
              <a:t>Conectar el </a:t>
            </a:r>
            <a:r>
              <a:rPr lang="es-VE" sz="1900" dirty="0" err="1"/>
              <a:t>patch</a:t>
            </a:r>
            <a:r>
              <a:rPr lang="es-VE" sz="1900" dirty="0"/>
              <a:t> </a:t>
            </a:r>
            <a:r>
              <a:rPr lang="es-VE" sz="1900" dirty="0" err="1"/>
              <a:t>cord</a:t>
            </a:r>
            <a:r>
              <a:rPr lang="es-VE" sz="1900" dirty="0"/>
              <a:t> en el puerto del switch y de la OLT.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sz="1900" dirty="0"/>
              <a:t>Conectar el cable consola a la tarjeta HSWA de la OLT.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sz="1900" dirty="0"/>
              <a:t>Realizar una mini red y conectar la ONU.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sz="1900" dirty="0"/>
              <a:t>Desconectar la laptop de la OLT y conectarla a la ONU para iniciar las pruebas de velocidad.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VE" dirty="0"/>
          </a:p>
        </p:txBody>
      </p:sp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1FB2B7B2-5699-E42A-F74C-3D5D95D12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566" y="1484784"/>
            <a:ext cx="2303813" cy="2303813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6F0B05C-64E2-3815-42E5-3F499A230559}"/>
              </a:ext>
            </a:extLst>
          </p:cNvPr>
          <p:cNvSpPr txBox="1">
            <a:spLocks/>
          </p:cNvSpPr>
          <p:nvPr/>
        </p:nvSpPr>
        <p:spPr>
          <a:xfrm>
            <a:off x="2114429" y="1917083"/>
            <a:ext cx="2084023" cy="310145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Switch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30624D4-3737-2355-33A5-42DE81190E90}"/>
              </a:ext>
            </a:extLst>
          </p:cNvPr>
          <p:cNvSpPr txBox="1">
            <a:spLocks/>
          </p:cNvSpPr>
          <p:nvPr/>
        </p:nvSpPr>
        <p:spPr>
          <a:xfrm>
            <a:off x="3692787" y="3426763"/>
            <a:ext cx="1698433" cy="695734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ONU de Prueba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89E9F38-7B1A-638B-57CF-BB018C7933CF}"/>
              </a:ext>
            </a:extLst>
          </p:cNvPr>
          <p:cNvCxnSpPr/>
          <p:nvPr/>
        </p:nvCxnSpPr>
        <p:spPr>
          <a:xfrm flipV="1">
            <a:off x="2416279" y="2908337"/>
            <a:ext cx="3959" cy="777834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40FBF28-3D1A-043B-18A9-443EAAA43528}"/>
              </a:ext>
            </a:extLst>
          </p:cNvPr>
          <p:cNvCxnSpPr/>
          <p:nvPr/>
        </p:nvCxnSpPr>
        <p:spPr>
          <a:xfrm flipV="1">
            <a:off x="1708090" y="3654875"/>
            <a:ext cx="706582" cy="593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 descr="Icono&#10;&#10;Descripción generada automáticamente">
            <a:extLst>
              <a:ext uri="{FF2B5EF4-FFF2-40B4-BE49-F238E27FC236}">
                <a16:creationId xmlns:a16="http://schemas.microsoft.com/office/drawing/2014/main" id="{BCD778FD-B66D-580A-4DB3-231C95B8E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7" y="2796674"/>
            <a:ext cx="1736993" cy="1709451"/>
          </a:xfrm>
          <a:prstGeom prst="rect">
            <a:avLst/>
          </a:prstGeom>
        </p:spPr>
      </p:pic>
      <p:pic>
        <p:nvPicPr>
          <p:cNvPr id="12" name="Imagen 11" descr="Logotipo&#10;&#10;Descripción generada automáticamente">
            <a:extLst>
              <a:ext uri="{FF2B5EF4-FFF2-40B4-BE49-F238E27FC236}">
                <a16:creationId xmlns:a16="http://schemas.microsoft.com/office/drawing/2014/main" id="{E8C067D2-F7D3-89C4-816D-B06BF5F1A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478" y="3751801"/>
            <a:ext cx="1023651" cy="429199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630EBA63-5C50-2094-53F0-299DCA517D43}"/>
              </a:ext>
            </a:extLst>
          </p:cNvPr>
          <p:cNvSpPr txBox="1">
            <a:spLocks/>
          </p:cNvSpPr>
          <p:nvPr/>
        </p:nvSpPr>
        <p:spPr>
          <a:xfrm>
            <a:off x="-24680" y="4515227"/>
            <a:ext cx="2084023" cy="310145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OLT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DF18B94-A9C5-93DA-CAD6-0E44611E00B0}"/>
              </a:ext>
            </a:extLst>
          </p:cNvPr>
          <p:cNvCxnSpPr/>
          <p:nvPr/>
        </p:nvCxnSpPr>
        <p:spPr>
          <a:xfrm flipV="1">
            <a:off x="1246898" y="4363132"/>
            <a:ext cx="1330231" cy="12806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A1C8E85C-1459-7263-03CF-3989A5168D22}"/>
              </a:ext>
            </a:extLst>
          </p:cNvPr>
          <p:cNvSpPr txBox="1">
            <a:spLocks/>
          </p:cNvSpPr>
          <p:nvPr/>
        </p:nvSpPr>
        <p:spPr>
          <a:xfrm>
            <a:off x="2202853" y="3997089"/>
            <a:ext cx="1698433" cy="695734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Mini Red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7CF2BC4-E763-F2D6-8D78-58A395541734}"/>
              </a:ext>
            </a:extLst>
          </p:cNvPr>
          <p:cNvCxnSpPr/>
          <p:nvPr/>
        </p:nvCxnSpPr>
        <p:spPr>
          <a:xfrm flipV="1">
            <a:off x="3518867" y="3878876"/>
            <a:ext cx="679585" cy="386686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112F55E-8139-3B5C-99A0-00425E0EC9AB}"/>
              </a:ext>
            </a:extLst>
          </p:cNvPr>
          <p:cNvSpPr txBox="1">
            <a:spLocks/>
          </p:cNvSpPr>
          <p:nvPr/>
        </p:nvSpPr>
        <p:spPr>
          <a:xfrm>
            <a:off x="5087889" y="1328154"/>
            <a:ext cx="6600824" cy="1211169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None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VE" sz="1800" dirty="0"/>
              <a:t>	La configuración de una OLT tiene la finalidad de iniciar la puesta en marcha del servicio de FTTH en la ciudad o darle continuidad al servicio en caso de un crecimiento que sobrepase la capacidad de clientes de la OLT en producción.</a:t>
            </a:r>
            <a:endParaRPr lang="en-VE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58C8805-62BF-ECD4-A803-DEF5052CC343}"/>
              </a:ext>
            </a:extLst>
          </p:cNvPr>
          <p:cNvSpPr txBox="1">
            <a:spLocks/>
          </p:cNvSpPr>
          <p:nvPr/>
        </p:nvSpPr>
        <p:spPr>
          <a:xfrm>
            <a:off x="1765176" y="616021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1759870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1087B1C4-4183-9AEB-D70B-976568792DC1}"/>
              </a:ext>
            </a:extLst>
          </p:cNvPr>
          <p:cNvSpPr/>
          <p:nvPr/>
        </p:nvSpPr>
        <p:spPr>
          <a:xfrm>
            <a:off x="7536160" y="3429000"/>
            <a:ext cx="2270488" cy="223224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4868717-D17D-0976-61B9-596290C82541}"/>
              </a:ext>
            </a:extLst>
          </p:cNvPr>
          <p:cNvSpPr/>
          <p:nvPr/>
        </p:nvSpPr>
        <p:spPr>
          <a:xfrm>
            <a:off x="7752184" y="3636254"/>
            <a:ext cx="1850614" cy="18897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AA7D949-A256-7223-F76B-720065FBEE4A}"/>
              </a:ext>
            </a:extLst>
          </p:cNvPr>
          <p:cNvSpPr/>
          <p:nvPr/>
        </p:nvSpPr>
        <p:spPr>
          <a:xfrm>
            <a:off x="479376" y="3501008"/>
            <a:ext cx="2214197" cy="2160240"/>
          </a:xfrm>
          <a:prstGeom prst="ellipse">
            <a:avLst/>
          </a:prstGeom>
          <a:solidFill>
            <a:srgbClr val="19D3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067DD84-17FB-B8BE-D638-99805FE54427}"/>
              </a:ext>
            </a:extLst>
          </p:cNvPr>
          <p:cNvSpPr/>
          <p:nvPr/>
        </p:nvSpPr>
        <p:spPr>
          <a:xfrm>
            <a:off x="2855640" y="3501008"/>
            <a:ext cx="2214196" cy="21602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9661E11-3F46-914F-DDCA-18088ACB7FCC}"/>
              </a:ext>
            </a:extLst>
          </p:cNvPr>
          <p:cNvSpPr/>
          <p:nvPr/>
        </p:nvSpPr>
        <p:spPr>
          <a:xfrm>
            <a:off x="5231904" y="3429000"/>
            <a:ext cx="2237196" cy="223224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0DA7117-B461-8C03-6BFA-E10BFE7CF34A}"/>
              </a:ext>
            </a:extLst>
          </p:cNvPr>
          <p:cNvSpPr/>
          <p:nvPr/>
        </p:nvSpPr>
        <p:spPr>
          <a:xfrm>
            <a:off x="9859034" y="3501008"/>
            <a:ext cx="2213630" cy="212596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ABB9A6-C882-26C8-50C0-B436A2AD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404664"/>
            <a:ext cx="10584804" cy="730025"/>
          </a:xfrm>
        </p:spPr>
        <p:txBody>
          <a:bodyPr>
            <a:normAutofit fontScale="90000"/>
          </a:bodyPr>
          <a:lstStyle/>
          <a:p>
            <a:r>
              <a:rPr lang="es-ES" sz="4000" dirty="0">
                <a:latin typeface="Branding SF Narrow Black It" panose="00000A06000000000000" pitchFamily="2" charset="0"/>
              </a:rPr>
              <a:t>HARDWARE NECESARIO PARA CONFIGURACIÓN DE OLT</a:t>
            </a:r>
            <a:endParaRPr lang="en-VE" dirty="0">
              <a:latin typeface="Branding SF Narrow Black It" panose="00000A06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4276D-7552-1513-DF61-6F31B0D1AC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14177" y="1043061"/>
            <a:ext cx="6600824" cy="2610451"/>
          </a:xfrm>
        </p:spPr>
        <p:txBody>
          <a:bodyPr>
            <a:normAutofit lnSpcReduction="10000"/>
          </a:bodyPr>
          <a:lstStyle/>
          <a:p>
            <a:pPr algn="just"/>
            <a:r>
              <a:rPr lang="es-VE" b="1" dirty="0"/>
              <a:t>Materiales necesarios para la ejecución: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 err="1"/>
              <a:t>Patch</a:t>
            </a:r>
            <a:r>
              <a:rPr lang="es-VE" dirty="0"/>
              <a:t> </a:t>
            </a:r>
            <a:r>
              <a:rPr lang="es-VE" dirty="0" err="1"/>
              <a:t>cord</a:t>
            </a:r>
            <a:r>
              <a:rPr lang="es-VE" dirty="0"/>
              <a:t> LC/UPC - LC/UPC </a:t>
            </a:r>
            <a:r>
              <a:rPr lang="es-VE" dirty="0" err="1"/>
              <a:t>Duplex</a:t>
            </a:r>
            <a:r>
              <a:rPr lang="es-VE" dirty="0"/>
              <a:t> Multimodo.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Módulo SFP-10G-SR.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Módulo XFP-10G-SR.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Cable consola USB.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Laptop con acceso a internet y </a:t>
            </a:r>
            <a:r>
              <a:rPr lang="es-VE" dirty="0" err="1"/>
              <a:t>AnyDesk</a:t>
            </a:r>
            <a:r>
              <a:rPr lang="es-VE" dirty="0"/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 err="1"/>
              <a:t>Splitters</a:t>
            </a:r>
            <a:r>
              <a:rPr lang="es-VE" dirty="0"/>
              <a:t> para Mini red (ver mini Red)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ONU de prueba.</a:t>
            </a:r>
            <a:endParaRPr lang="es-VE" sz="2000" dirty="0"/>
          </a:p>
        </p:txBody>
      </p:sp>
      <p:pic>
        <p:nvPicPr>
          <p:cNvPr id="9" name="Imagen 8" descr="Imagen que contiene cable&#10;&#10;Descripción generada automáticamente">
            <a:extLst>
              <a:ext uri="{FF2B5EF4-FFF2-40B4-BE49-F238E27FC236}">
                <a16:creationId xmlns:a16="http://schemas.microsoft.com/office/drawing/2014/main" id="{504FA2B5-63C5-9C43-4FB5-185C0BB46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026" y="3695382"/>
            <a:ext cx="1803036" cy="17714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chemeClr val="bg1">
                <a:alpha val="22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0B21758F-DDD2-A0E5-D066-6AC275CE9A7F}"/>
              </a:ext>
            </a:extLst>
          </p:cNvPr>
          <p:cNvGrpSpPr/>
          <p:nvPr/>
        </p:nvGrpSpPr>
        <p:grpSpPr>
          <a:xfrm>
            <a:off x="7340328" y="3636255"/>
            <a:ext cx="2269283" cy="1889743"/>
            <a:chOff x="2996376" y="3649019"/>
            <a:chExt cx="2566456" cy="2119192"/>
          </a:xfrm>
          <a:effectLst>
            <a:outerShdw blurRad="152400" dist="317500" dir="4320000" sx="90000" sy="-19000" rotWithShape="0">
              <a:schemeClr val="bg1">
                <a:alpha val="21000"/>
              </a:schemeClr>
            </a:outerShdw>
          </a:effectLst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40C52BAF-4239-A134-06FA-458F171D2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28" y="3684377"/>
              <a:ext cx="559839" cy="1940672"/>
            </a:xfrm>
            <a:prstGeom prst="rect">
              <a:avLst/>
            </a:prstGeom>
          </p:spPr>
        </p:pic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A57FF961-D52A-C496-E976-E0CE686CABC5}"/>
                </a:ext>
              </a:extLst>
            </p:cNvPr>
            <p:cNvSpPr/>
            <p:nvPr/>
          </p:nvSpPr>
          <p:spPr>
            <a:xfrm>
              <a:off x="3469872" y="3649019"/>
              <a:ext cx="2092960" cy="2119192"/>
            </a:xfrm>
            <a:prstGeom prst="ellipse">
              <a:avLst/>
            </a:prstGeom>
            <a:noFill/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n>
                  <a:solidFill>
                    <a:srgbClr val="002060"/>
                  </a:solidFill>
                </a:ln>
                <a:noFill/>
              </a:endParaRPr>
            </a:p>
          </p:txBody>
        </p:sp>
        <p:sp>
          <p:nvSpPr>
            <p:cNvPr id="18" name="Rectángulo: esquinas redondeadas 214">
              <a:extLst>
                <a:ext uri="{FF2B5EF4-FFF2-40B4-BE49-F238E27FC236}">
                  <a16:creationId xmlns:a16="http://schemas.microsoft.com/office/drawing/2014/main" id="{510B1851-853E-6055-90E2-B01F5215D830}"/>
                </a:ext>
              </a:extLst>
            </p:cNvPr>
            <p:cNvSpPr/>
            <p:nvPr/>
          </p:nvSpPr>
          <p:spPr>
            <a:xfrm>
              <a:off x="2996376" y="4390750"/>
              <a:ext cx="1973384" cy="137746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solidFill>
                    <a:schemeClr val="tx1"/>
                  </a:solidFill>
                </a:rPr>
                <a:t>HSWA</a:t>
              </a:r>
            </a:p>
          </p:txBody>
        </p:sp>
      </p:grpSp>
      <p:pic>
        <p:nvPicPr>
          <p:cNvPr id="19" name="Imagen 18" descr="HU2A&#10;">
            <a:extLst>
              <a:ext uri="{FF2B5EF4-FFF2-40B4-BE49-F238E27FC236}">
                <a16:creationId xmlns:a16="http://schemas.microsoft.com/office/drawing/2014/main" id="{15857290-BD61-97F3-A3A8-61B229214B82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427736" y="3645024"/>
            <a:ext cx="1892400" cy="1837974"/>
          </a:xfrm>
          <a:prstGeom prst="ellipse">
            <a:avLst/>
          </a:prstGeom>
          <a:ln w="63500" cap="rnd">
            <a:solidFill>
              <a:schemeClr val="tx1"/>
            </a:solidFill>
          </a:ln>
          <a:effectLst>
            <a:outerShdw blurRad="381000" dist="292100" dir="5400000" sx="-80000" sy="-18000" rotWithShape="0">
              <a:schemeClr val="bg1">
                <a:alpha val="22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DF26724-BA01-C786-7B8F-17E9C07D63A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74" r="1274"/>
          <a:stretch>
            <a:fillRect/>
          </a:stretch>
        </p:blipFill>
        <p:spPr>
          <a:xfrm>
            <a:off x="3071664" y="3717032"/>
            <a:ext cx="1828935" cy="177775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chemeClr val="bg1">
                <a:alpha val="22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2" name="Imagen 21" descr="Dibujo de ingeniería&#10;&#10;Descripción generada automáticamente">
            <a:extLst>
              <a:ext uri="{FF2B5EF4-FFF2-40B4-BE49-F238E27FC236}">
                <a16:creationId xmlns:a16="http://schemas.microsoft.com/office/drawing/2014/main" id="{492486F1-EBB5-B406-0552-FB46965218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500" y="3717032"/>
            <a:ext cx="1924108" cy="177247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chemeClr val="bg1">
                <a:alpha val="22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B617A626-F7BE-D6F4-1C20-0E185E51319B}"/>
              </a:ext>
            </a:extLst>
          </p:cNvPr>
          <p:cNvSpPr txBox="1"/>
          <p:nvPr/>
        </p:nvSpPr>
        <p:spPr>
          <a:xfrm>
            <a:off x="695400" y="5623520"/>
            <a:ext cx="1766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XFP 10GB SR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B9121EC-A0FE-A0FE-4399-CEC127291A59}"/>
              </a:ext>
            </a:extLst>
          </p:cNvPr>
          <p:cNvSpPr txBox="1"/>
          <p:nvPr/>
        </p:nvSpPr>
        <p:spPr>
          <a:xfrm>
            <a:off x="5432707" y="5661248"/>
            <a:ext cx="17661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Slot </a:t>
            </a:r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Uplink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(al Switch)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A4B8839-A501-E1FB-D9A9-D6DE3B4FD976}"/>
              </a:ext>
            </a:extLst>
          </p:cNvPr>
          <p:cNvSpPr txBox="1"/>
          <p:nvPr/>
        </p:nvSpPr>
        <p:spPr>
          <a:xfrm>
            <a:off x="3074312" y="5637739"/>
            <a:ext cx="1766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SFP 10GB SR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27BF9A0-78D4-D7B4-F460-C5C87BAFA2F4}"/>
              </a:ext>
            </a:extLst>
          </p:cNvPr>
          <p:cNvSpPr txBox="1"/>
          <p:nvPr/>
        </p:nvSpPr>
        <p:spPr>
          <a:xfrm>
            <a:off x="7801220" y="5589240"/>
            <a:ext cx="17661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Tarjeta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en-US" sz="1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Controladora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(al cable de </a:t>
            </a:r>
            <a:r>
              <a:rPr lang="en-US" sz="1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cónsola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y laptop)</a:t>
            </a:r>
            <a:endParaRPr lang="es-ES" sz="1800" b="1" dirty="0" err="1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AC1F54E-D491-13CB-599B-16C66D35F4D9}"/>
              </a:ext>
            </a:extLst>
          </p:cNvPr>
          <p:cNvSpPr txBox="1"/>
          <p:nvPr/>
        </p:nvSpPr>
        <p:spPr>
          <a:xfrm>
            <a:off x="10109460" y="5661248"/>
            <a:ext cx="1766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PatchCord</a:t>
            </a:r>
            <a:endParaRPr lang="es-ES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6353B5E0-8A82-4A89-4F52-E4E69FA27F79}"/>
              </a:ext>
            </a:extLst>
          </p:cNvPr>
          <p:cNvSpPr txBox="1">
            <a:spLocks/>
          </p:cNvSpPr>
          <p:nvPr/>
        </p:nvSpPr>
        <p:spPr>
          <a:xfrm>
            <a:off x="1765176" y="616021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3354223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iagrama de flujo: conector fuera de página 19">
            <a:extLst>
              <a:ext uri="{FF2B5EF4-FFF2-40B4-BE49-F238E27FC236}">
                <a16:creationId xmlns:a16="http://schemas.microsoft.com/office/drawing/2014/main" id="{36FA94ED-D7D2-CA75-4A03-05980C7B95DA}"/>
              </a:ext>
            </a:extLst>
          </p:cNvPr>
          <p:cNvSpPr/>
          <p:nvPr/>
        </p:nvSpPr>
        <p:spPr>
          <a:xfrm>
            <a:off x="10344472" y="4669731"/>
            <a:ext cx="1092505" cy="991517"/>
          </a:xfrm>
          <a:prstGeom prst="flowChartOffpageConnector">
            <a:avLst/>
          </a:prstGeom>
          <a:solidFill>
            <a:srgbClr val="AAAC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ABB9A6-C882-26C8-50C0-B436A2AD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74757"/>
            <a:ext cx="9390236" cy="1325563"/>
          </a:xfrm>
        </p:spPr>
        <p:txBody>
          <a:bodyPr/>
          <a:lstStyle/>
          <a:p>
            <a:r>
              <a:rPr lang="es-ES" sz="4000" dirty="0">
                <a:latin typeface="Branding SF Narrow Black It" panose="00000A06000000000000" pitchFamily="2" charset="0"/>
              </a:rPr>
              <a:t>PORTCHANNEL OLT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112F55E-8139-3B5C-99A0-00425E0EC9AB}"/>
              </a:ext>
            </a:extLst>
          </p:cNvPr>
          <p:cNvSpPr txBox="1">
            <a:spLocks/>
          </p:cNvSpPr>
          <p:nvPr/>
        </p:nvSpPr>
        <p:spPr>
          <a:xfrm>
            <a:off x="1127448" y="1328154"/>
            <a:ext cx="10009112" cy="1211169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None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VE" sz="1800" dirty="0"/>
              <a:t>	 La creación de un </a:t>
            </a:r>
            <a:r>
              <a:rPr lang="es-VE" sz="1800" dirty="0" err="1"/>
              <a:t>port-channel</a:t>
            </a:r>
            <a:r>
              <a:rPr lang="es-VE" sz="1800" dirty="0"/>
              <a:t> en una OLT tiene la finalidad de ampliar la capacidad del tráfico de 10Gb a 20Gb, con el propósito de evitar la saturación del equipo.</a:t>
            </a:r>
            <a:endParaRPr lang="en-VE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58C8805-62BF-ECD4-A803-DEF5052CC343}"/>
              </a:ext>
            </a:extLst>
          </p:cNvPr>
          <p:cNvSpPr txBox="1">
            <a:spLocks/>
          </p:cNvSpPr>
          <p:nvPr/>
        </p:nvSpPr>
        <p:spPr>
          <a:xfrm>
            <a:off x="1765176" y="616021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  <p:pic>
        <p:nvPicPr>
          <p:cNvPr id="19" name="Imagen 18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E97012DD-4A82-D71F-4D64-61AA24800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495" y="2400795"/>
            <a:ext cx="2303813" cy="2303813"/>
          </a:xfrm>
          <a:prstGeom prst="rect">
            <a:avLst/>
          </a:prstGeom>
        </p:spPr>
      </p:pic>
      <p:sp>
        <p:nvSpPr>
          <p:cNvPr id="20" name="Título 1">
            <a:extLst>
              <a:ext uri="{FF2B5EF4-FFF2-40B4-BE49-F238E27FC236}">
                <a16:creationId xmlns:a16="http://schemas.microsoft.com/office/drawing/2014/main" id="{B4168FBA-E7BD-1054-ECF0-1EB682EB8AF0}"/>
              </a:ext>
            </a:extLst>
          </p:cNvPr>
          <p:cNvSpPr txBox="1">
            <a:spLocks/>
          </p:cNvSpPr>
          <p:nvPr/>
        </p:nvSpPr>
        <p:spPr>
          <a:xfrm>
            <a:off x="426006" y="2170054"/>
            <a:ext cx="3370517" cy="973183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Conexión a  10GBS</a:t>
            </a:r>
            <a:endParaRPr lang="es-ES" sz="2400" b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80FA3FD5-9E34-8F60-3F5B-FD407DE106DA}"/>
              </a:ext>
            </a:extLst>
          </p:cNvPr>
          <p:cNvSpPr txBox="1">
            <a:spLocks/>
          </p:cNvSpPr>
          <p:nvPr/>
        </p:nvSpPr>
        <p:spPr>
          <a:xfrm>
            <a:off x="2583358" y="2833094"/>
            <a:ext cx="2084023" cy="310145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Switch</a:t>
            </a:r>
          </a:p>
        </p:txBody>
      </p:sp>
      <p:sp>
        <p:nvSpPr>
          <p:cNvPr id="22" name="Diagrama de flujo: conector fuera de página 19">
            <a:extLst>
              <a:ext uri="{FF2B5EF4-FFF2-40B4-BE49-F238E27FC236}">
                <a16:creationId xmlns:a16="http://schemas.microsoft.com/office/drawing/2014/main" id="{DD45151B-2657-F5BC-F500-8C16A9A14EF6}"/>
              </a:ext>
            </a:extLst>
          </p:cNvPr>
          <p:cNvSpPr/>
          <p:nvPr/>
        </p:nvSpPr>
        <p:spPr>
          <a:xfrm>
            <a:off x="4379204" y="4718891"/>
            <a:ext cx="1092505" cy="991517"/>
          </a:xfrm>
          <a:prstGeom prst="flowChartOffpageConnector">
            <a:avLst/>
          </a:prstGeom>
          <a:solidFill>
            <a:srgbClr val="AAAC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D6B33973-D9E7-FE5E-0952-316CCB559B59}"/>
              </a:ext>
            </a:extLst>
          </p:cNvPr>
          <p:cNvSpPr txBox="1">
            <a:spLocks/>
          </p:cNvSpPr>
          <p:nvPr/>
        </p:nvSpPr>
        <p:spPr>
          <a:xfrm>
            <a:off x="4075643" y="4789423"/>
            <a:ext cx="1698433" cy="695734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>
                <a:solidFill>
                  <a:schemeClr val="bg1"/>
                </a:solidFill>
                <a:latin typeface="+mj-lt"/>
              </a:rPr>
              <a:t>Conexión Estándar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7EA749B8-EF76-189E-1AD2-6C3D0ACA0B90}"/>
              </a:ext>
            </a:extLst>
          </p:cNvPr>
          <p:cNvCxnSpPr/>
          <p:nvPr/>
        </p:nvCxnSpPr>
        <p:spPr>
          <a:xfrm flipV="1">
            <a:off x="2885208" y="3824348"/>
            <a:ext cx="3959" cy="777834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BF9EE4E-882F-8D02-78D7-2CF6A0378CB9}"/>
              </a:ext>
            </a:extLst>
          </p:cNvPr>
          <p:cNvCxnSpPr/>
          <p:nvPr/>
        </p:nvCxnSpPr>
        <p:spPr>
          <a:xfrm flipV="1">
            <a:off x="2177019" y="4570886"/>
            <a:ext cx="706582" cy="593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Imagen 25" descr="Icono&#10;&#10;Descripción generada automáticamente">
            <a:extLst>
              <a:ext uri="{FF2B5EF4-FFF2-40B4-BE49-F238E27FC236}">
                <a16:creationId xmlns:a16="http://schemas.microsoft.com/office/drawing/2014/main" id="{57DB0A50-353F-CE22-F54C-61C389319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56" y="3712685"/>
            <a:ext cx="1736993" cy="1709451"/>
          </a:xfrm>
          <a:prstGeom prst="rect">
            <a:avLst/>
          </a:prstGeom>
        </p:spPr>
      </p:pic>
      <p:pic>
        <p:nvPicPr>
          <p:cNvPr id="27" name="Imagen 26" descr="Logotipo&#10;&#10;Descripción generada automáticamente">
            <a:extLst>
              <a:ext uri="{FF2B5EF4-FFF2-40B4-BE49-F238E27FC236}">
                <a16:creationId xmlns:a16="http://schemas.microsoft.com/office/drawing/2014/main" id="{607810B2-78C6-96B3-4F51-B874ABA33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223" y="4922015"/>
            <a:ext cx="1023651" cy="429199"/>
          </a:xfrm>
          <a:prstGeom prst="rect">
            <a:avLst/>
          </a:prstGeom>
        </p:spPr>
      </p:pic>
      <p:sp>
        <p:nvSpPr>
          <p:cNvPr id="28" name="Título 1">
            <a:extLst>
              <a:ext uri="{FF2B5EF4-FFF2-40B4-BE49-F238E27FC236}">
                <a16:creationId xmlns:a16="http://schemas.microsoft.com/office/drawing/2014/main" id="{A376B116-95F2-FB1E-3E90-5D012D1E08AC}"/>
              </a:ext>
            </a:extLst>
          </p:cNvPr>
          <p:cNvSpPr txBox="1">
            <a:spLocks/>
          </p:cNvSpPr>
          <p:nvPr/>
        </p:nvSpPr>
        <p:spPr>
          <a:xfrm>
            <a:off x="444249" y="5431238"/>
            <a:ext cx="2084023" cy="310145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OLT</a:t>
            </a:r>
          </a:p>
        </p:txBody>
      </p:sp>
      <p:pic>
        <p:nvPicPr>
          <p:cNvPr id="29" name="Imagen 28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41462C41-5FAC-1FFE-4719-1B2D09CBF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892" y="2400794"/>
            <a:ext cx="2303813" cy="2303813"/>
          </a:xfrm>
          <a:prstGeom prst="rect">
            <a:avLst/>
          </a:prstGeom>
        </p:spPr>
      </p:pic>
      <p:sp>
        <p:nvSpPr>
          <p:cNvPr id="30" name="Título 1">
            <a:extLst>
              <a:ext uri="{FF2B5EF4-FFF2-40B4-BE49-F238E27FC236}">
                <a16:creationId xmlns:a16="http://schemas.microsoft.com/office/drawing/2014/main" id="{1D782FE4-77CC-B6E8-EA0A-DBA6E5582C18}"/>
              </a:ext>
            </a:extLst>
          </p:cNvPr>
          <p:cNvSpPr txBox="1">
            <a:spLocks/>
          </p:cNvSpPr>
          <p:nvPr/>
        </p:nvSpPr>
        <p:spPr>
          <a:xfrm>
            <a:off x="6237403" y="2170053"/>
            <a:ext cx="3462326" cy="973183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Conexión a  20GBS</a:t>
            </a:r>
            <a:endParaRPr lang="es-ES" sz="2400" b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1A31BA87-A846-05C6-8342-63FFE08CAE39}"/>
              </a:ext>
            </a:extLst>
          </p:cNvPr>
          <p:cNvSpPr txBox="1">
            <a:spLocks/>
          </p:cNvSpPr>
          <p:nvPr/>
        </p:nvSpPr>
        <p:spPr>
          <a:xfrm>
            <a:off x="8394755" y="2833093"/>
            <a:ext cx="2084023" cy="310145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Switch</a:t>
            </a: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3B02A41F-F7E9-6F79-98E1-903605591BEE}"/>
              </a:ext>
            </a:extLst>
          </p:cNvPr>
          <p:cNvSpPr txBox="1">
            <a:spLocks/>
          </p:cNvSpPr>
          <p:nvPr/>
        </p:nvSpPr>
        <p:spPr>
          <a:xfrm>
            <a:off x="9887040" y="4743518"/>
            <a:ext cx="2010576" cy="695734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>
                <a:solidFill>
                  <a:schemeClr val="bg1"/>
                </a:solidFill>
                <a:latin typeface="+mj-lt"/>
              </a:rPr>
              <a:t>Conexión </a:t>
            </a:r>
            <a:r>
              <a:rPr lang="es-ES" sz="2000" dirty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Port</a:t>
            </a:r>
          </a:p>
          <a:p>
            <a:pPr algn="ctr"/>
            <a:r>
              <a:rPr lang="es-ES" sz="2000" dirty="0" err="1">
                <a:solidFill>
                  <a:schemeClr val="bg1"/>
                </a:solidFill>
                <a:latin typeface="+mj-lt"/>
                <a:ea typeface="+mn-lt"/>
                <a:cs typeface="+mn-lt"/>
              </a:rPr>
              <a:t>Channel</a:t>
            </a:r>
            <a:endParaRPr lang="es-ES" sz="20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660993E-FD15-EFFD-3261-8E0A7654D03C}"/>
              </a:ext>
            </a:extLst>
          </p:cNvPr>
          <p:cNvCxnSpPr>
            <a:cxnSpLocks/>
          </p:cNvCxnSpPr>
          <p:nvPr/>
        </p:nvCxnSpPr>
        <p:spPr>
          <a:xfrm flipH="1" flipV="1">
            <a:off x="8918278" y="3814451"/>
            <a:ext cx="15833" cy="106482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1EC4781-8A2D-F186-5F7F-F2B276BA5A20}"/>
              </a:ext>
            </a:extLst>
          </p:cNvPr>
          <p:cNvCxnSpPr>
            <a:cxnSpLocks/>
          </p:cNvCxnSpPr>
          <p:nvPr/>
        </p:nvCxnSpPr>
        <p:spPr>
          <a:xfrm flipV="1">
            <a:off x="7988416" y="4838079"/>
            <a:ext cx="924296" cy="593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FFB1CEE-59D5-F3E3-AD7E-FF43580D3429}"/>
              </a:ext>
            </a:extLst>
          </p:cNvPr>
          <p:cNvCxnSpPr>
            <a:cxnSpLocks/>
          </p:cNvCxnSpPr>
          <p:nvPr/>
        </p:nvCxnSpPr>
        <p:spPr>
          <a:xfrm flipV="1">
            <a:off x="8696605" y="3824347"/>
            <a:ext cx="3959" cy="777834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A35796B4-5872-D090-7360-DD9526FC2C9C}"/>
              </a:ext>
            </a:extLst>
          </p:cNvPr>
          <p:cNvCxnSpPr>
            <a:cxnSpLocks/>
          </p:cNvCxnSpPr>
          <p:nvPr/>
        </p:nvCxnSpPr>
        <p:spPr>
          <a:xfrm flipV="1">
            <a:off x="7988416" y="4570885"/>
            <a:ext cx="706582" cy="593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Imagen 37" descr="Icono&#10;&#10;Descripción generada automáticamente">
            <a:extLst>
              <a:ext uri="{FF2B5EF4-FFF2-40B4-BE49-F238E27FC236}">
                <a16:creationId xmlns:a16="http://schemas.microsoft.com/office/drawing/2014/main" id="{F0B5BFDE-B029-AD4D-9F00-037533E51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853" y="3712684"/>
            <a:ext cx="1736993" cy="1709451"/>
          </a:xfrm>
          <a:prstGeom prst="rect">
            <a:avLst/>
          </a:prstGeom>
        </p:spPr>
      </p:pic>
      <p:pic>
        <p:nvPicPr>
          <p:cNvPr id="39" name="Imagen 38" descr="Logotipo&#10;&#10;Descripción generada automáticamente">
            <a:extLst>
              <a:ext uri="{FF2B5EF4-FFF2-40B4-BE49-F238E27FC236}">
                <a16:creationId xmlns:a16="http://schemas.microsoft.com/office/drawing/2014/main" id="{365286F3-33F2-E8A3-E3BF-B6B39E60D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620" y="4922014"/>
            <a:ext cx="1023651" cy="429199"/>
          </a:xfrm>
          <a:prstGeom prst="rect">
            <a:avLst/>
          </a:prstGeom>
        </p:spPr>
      </p:pic>
      <p:sp>
        <p:nvSpPr>
          <p:cNvPr id="40" name="Título 1">
            <a:extLst>
              <a:ext uri="{FF2B5EF4-FFF2-40B4-BE49-F238E27FC236}">
                <a16:creationId xmlns:a16="http://schemas.microsoft.com/office/drawing/2014/main" id="{0B26F47B-EA6C-6B1C-8090-BC6C8365A0E5}"/>
              </a:ext>
            </a:extLst>
          </p:cNvPr>
          <p:cNvSpPr txBox="1">
            <a:spLocks/>
          </p:cNvSpPr>
          <p:nvPr/>
        </p:nvSpPr>
        <p:spPr>
          <a:xfrm>
            <a:off x="6255646" y="5431237"/>
            <a:ext cx="2084023" cy="310145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OLT</a:t>
            </a:r>
          </a:p>
        </p:txBody>
      </p:sp>
    </p:spTree>
    <p:extLst>
      <p:ext uri="{BB962C8B-B14F-4D97-AF65-F5344CB8AC3E}">
        <p14:creationId xmlns:p14="http://schemas.microsoft.com/office/powerpoint/2010/main" val="3619259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lipse 13">
            <a:extLst>
              <a:ext uri="{FF2B5EF4-FFF2-40B4-BE49-F238E27FC236}">
                <a16:creationId xmlns:a16="http://schemas.microsoft.com/office/drawing/2014/main" id="{DAA7D949-A256-7223-F76B-720065FBEE4A}"/>
              </a:ext>
            </a:extLst>
          </p:cNvPr>
          <p:cNvSpPr/>
          <p:nvPr/>
        </p:nvSpPr>
        <p:spPr>
          <a:xfrm>
            <a:off x="9167470" y="931017"/>
            <a:ext cx="2329130" cy="2175671"/>
          </a:xfrm>
          <a:prstGeom prst="ellipse">
            <a:avLst/>
          </a:prstGeom>
          <a:solidFill>
            <a:srgbClr val="19D3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067DD84-17FB-B8BE-D638-99805FE54427}"/>
              </a:ext>
            </a:extLst>
          </p:cNvPr>
          <p:cNvSpPr/>
          <p:nvPr/>
        </p:nvSpPr>
        <p:spPr>
          <a:xfrm>
            <a:off x="6816080" y="3845617"/>
            <a:ext cx="2329129" cy="21756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9661E11-3F46-914F-DDCA-18088ACB7FCC}"/>
              </a:ext>
            </a:extLst>
          </p:cNvPr>
          <p:cNvSpPr/>
          <p:nvPr/>
        </p:nvSpPr>
        <p:spPr>
          <a:xfrm>
            <a:off x="6719198" y="931017"/>
            <a:ext cx="2329130" cy="2245972"/>
          </a:xfrm>
          <a:prstGeom prst="ellipse">
            <a:avLst/>
          </a:prstGeom>
          <a:solidFill>
            <a:srgbClr val="00A7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0DA7117-B461-8C03-6BFA-E10BFE7CF34A}"/>
              </a:ext>
            </a:extLst>
          </p:cNvPr>
          <p:cNvSpPr/>
          <p:nvPr/>
        </p:nvSpPr>
        <p:spPr>
          <a:xfrm>
            <a:off x="9192344" y="3773609"/>
            <a:ext cx="2329128" cy="217567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ABB9A6-C882-26C8-50C0-B436A2AD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36" y="322711"/>
            <a:ext cx="11352212" cy="730025"/>
          </a:xfrm>
        </p:spPr>
        <p:txBody>
          <a:bodyPr>
            <a:normAutofit/>
          </a:bodyPr>
          <a:lstStyle/>
          <a:p>
            <a:r>
              <a:rPr lang="es-ES" sz="4000" dirty="0">
                <a:latin typeface="Branding SF Narrow Black It" panose="00000A06000000000000" pitchFamily="2" charset="0"/>
              </a:rPr>
              <a:t>HARDWARE NECESARIO PARA PORTCHANNEL SOBRE OLT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4276D-7552-1513-DF61-6F31B0D1AC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424" y="1043062"/>
            <a:ext cx="6028480" cy="2027536"/>
          </a:xfrm>
        </p:spPr>
        <p:txBody>
          <a:bodyPr>
            <a:normAutofit lnSpcReduction="10000"/>
          </a:bodyPr>
          <a:lstStyle/>
          <a:p>
            <a:pPr algn="just"/>
            <a:r>
              <a:rPr lang="es-VE" b="1" dirty="0"/>
              <a:t>Materiales necesarios para la ejecución: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 err="1"/>
              <a:t>Patch</a:t>
            </a:r>
            <a:r>
              <a:rPr lang="es-VE" dirty="0"/>
              <a:t> </a:t>
            </a:r>
            <a:r>
              <a:rPr lang="es-VE" dirty="0" err="1"/>
              <a:t>cord</a:t>
            </a:r>
            <a:r>
              <a:rPr lang="es-VE" dirty="0"/>
              <a:t> LC/UPC - LC/UPC </a:t>
            </a:r>
            <a:r>
              <a:rPr lang="es-VE" dirty="0" err="1"/>
              <a:t>Duplex</a:t>
            </a:r>
            <a:r>
              <a:rPr lang="es-VE" dirty="0"/>
              <a:t> Multimodo.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Módulo SFP-10G-SR.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Módulo XFP-10G-SR.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Cable consola USB.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Laptop con acceso a internet y </a:t>
            </a:r>
            <a:r>
              <a:rPr lang="es-VE" dirty="0" err="1"/>
              <a:t>AnyDesk</a:t>
            </a:r>
            <a:r>
              <a:rPr lang="es-VE" dirty="0"/>
              <a:t>.</a:t>
            </a:r>
          </a:p>
        </p:txBody>
      </p:sp>
      <p:pic>
        <p:nvPicPr>
          <p:cNvPr id="9" name="Imagen 8" descr="Imagen que contiene cable&#10;&#10;Descripción generada automáticamente">
            <a:extLst>
              <a:ext uri="{FF2B5EF4-FFF2-40B4-BE49-F238E27FC236}">
                <a16:creationId xmlns:a16="http://schemas.microsoft.com/office/drawing/2014/main" id="{504FA2B5-63C5-9C43-4FB5-185C0BB46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540" y="4005064"/>
            <a:ext cx="1803036" cy="17714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chemeClr val="bg1">
                <a:alpha val="22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Imagen 18" descr="HU2A&#10;">
            <a:extLst>
              <a:ext uri="{FF2B5EF4-FFF2-40B4-BE49-F238E27FC236}">
                <a16:creationId xmlns:a16="http://schemas.microsoft.com/office/drawing/2014/main" id="{15857290-BD61-97F3-A3A8-61B229214B8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939904" y="1158978"/>
            <a:ext cx="1892400" cy="1837974"/>
          </a:xfrm>
          <a:prstGeom prst="ellipse">
            <a:avLst/>
          </a:prstGeom>
          <a:ln w="63500" cap="rnd">
            <a:solidFill>
              <a:schemeClr val="tx1"/>
            </a:solidFill>
          </a:ln>
          <a:effectLst>
            <a:outerShdw blurRad="381000" dist="292100" dir="5400000" sx="-80000" sy="-18000" rotWithShape="0">
              <a:schemeClr val="bg1">
                <a:alpha val="22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DF26724-BA01-C786-7B8F-17E9C07D63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4" r="1274"/>
          <a:stretch>
            <a:fillRect/>
          </a:stretch>
        </p:blipFill>
        <p:spPr>
          <a:xfrm>
            <a:off x="7075377" y="4077072"/>
            <a:ext cx="1828935" cy="177775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chemeClr val="bg1">
                <a:alpha val="22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2" name="Imagen 21" descr="Dibujo de ingeniería&#10;&#10;Descripción generada automáticamente">
            <a:extLst>
              <a:ext uri="{FF2B5EF4-FFF2-40B4-BE49-F238E27FC236}">
                <a16:creationId xmlns:a16="http://schemas.microsoft.com/office/drawing/2014/main" id="{492486F1-EBB5-B406-0552-FB4696521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6468" y="1152472"/>
            <a:ext cx="1924108" cy="177247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chemeClr val="bg1">
                <a:alpha val="22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B617A626-F7BE-D6F4-1C20-0E185E51319B}"/>
              </a:ext>
            </a:extLst>
          </p:cNvPr>
          <p:cNvSpPr txBox="1"/>
          <p:nvPr/>
        </p:nvSpPr>
        <p:spPr>
          <a:xfrm>
            <a:off x="9386108" y="3140968"/>
            <a:ext cx="1766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XFP 10GB SR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B9121EC-A0FE-A0FE-4399-CEC127291A59}"/>
              </a:ext>
            </a:extLst>
          </p:cNvPr>
          <p:cNvSpPr txBox="1"/>
          <p:nvPr/>
        </p:nvSpPr>
        <p:spPr>
          <a:xfrm>
            <a:off x="6996691" y="3214717"/>
            <a:ext cx="17661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Slot </a:t>
            </a:r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Uplink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(al Switch)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A4B8839-A501-E1FB-D9A9-D6DE3B4FD976}"/>
              </a:ext>
            </a:extLst>
          </p:cNvPr>
          <p:cNvSpPr txBox="1"/>
          <p:nvPr/>
        </p:nvSpPr>
        <p:spPr>
          <a:xfrm>
            <a:off x="7073097" y="6035507"/>
            <a:ext cx="1766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SFP 10GB SR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AC1F54E-D491-13CB-599B-16C66D35F4D9}"/>
              </a:ext>
            </a:extLst>
          </p:cNvPr>
          <p:cNvSpPr txBox="1"/>
          <p:nvPr/>
        </p:nvSpPr>
        <p:spPr>
          <a:xfrm>
            <a:off x="9447533" y="6021288"/>
            <a:ext cx="1766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PatchCord</a:t>
            </a:r>
            <a:endParaRPr lang="es-ES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6353B5E0-8A82-4A89-4F52-E4E69FA27F79}"/>
              </a:ext>
            </a:extLst>
          </p:cNvPr>
          <p:cNvSpPr txBox="1">
            <a:spLocks/>
          </p:cNvSpPr>
          <p:nvPr/>
        </p:nvSpPr>
        <p:spPr>
          <a:xfrm>
            <a:off x="1765176" y="616021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6B7E52-0750-E0BB-F838-D6F37AC278AF}"/>
              </a:ext>
            </a:extLst>
          </p:cNvPr>
          <p:cNvSpPr txBox="1">
            <a:spLocks/>
          </p:cNvSpPr>
          <p:nvPr/>
        </p:nvSpPr>
        <p:spPr>
          <a:xfrm>
            <a:off x="886551" y="3255789"/>
            <a:ext cx="5738379" cy="290951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None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VE" b="1" dirty="0"/>
              <a:t>Procedimientos a realizar por el ARU: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Conectar el módulo SFP-10G-SR en el puerto del switch indicado por el personal de Operaciones IP.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Conectar el módulo XFP-10G-SR en el puerto de la OLT indicado por el personal de Operaciones IP.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Conectar el </a:t>
            </a:r>
            <a:r>
              <a:rPr lang="es-VE" dirty="0" err="1"/>
              <a:t>patch</a:t>
            </a:r>
            <a:r>
              <a:rPr lang="es-VE" dirty="0"/>
              <a:t> </a:t>
            </a:r>
            <a:r>
              <a:rPr lang="es-VE" dirty="0" err="1"/>
              <a:t>cord</a:t>
            </a:r>
            <a:r>
              <a:rPr lang="es-VE" dirty="0"/>
              <a:t> en el puerto del switch y de la OLT.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VE" dirty="0"/>
              <a:t>Conectar el cable consola a la tarjeta HSWA de la OLT.</a:t>
            </a:r>
            <a:endParaRPr lang="es-VE" sz="2000" dirty="0"/>
          </a:p>
        </p:txBody>
      </p:sp>
    </p:spTree>
    <p:extLst>
      <p:ext uri="{BB962C8B-B14F-4D97-AF65-F5344CB8AC3E}">
        <p14:creationId xmlns:p14="http://schemas.microsoft.com/office/powerpoint/2010/main" val="288523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58C8805-62BF-ECD4-A803-DEF5052CC343}"/>
              </a:ext>
            </a:extLst>
          </p:cNvPr>
          <p:cNvSpPr txBox="1">
            <a:spLocks/>
          </p:cNvSpPr>
          <p:nvPr/>
        </p:nvSpPr>
        <p:spPr>
          <a:xfrm>
            <a:off x="1765176" y="6165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A71B5E36-503A-A971-214D-57FFEC4D1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404664"/>
            <a:ext cx="8712968" cy="720079"/>
          </a:xfrm>
        </p:spPr>
        <p:txBody>
          <a:bodyPr>
            <a:normAutofit/>
          </a:bodyPr>
          <a:lstStyle/>
          <a:p>
            <a:r>
              <a:rPr lang="es-ES" sz="4000" dirty="0">
                <a:latin typeface="Branding SF Narrow Black It" panose="00000A06000000000000" pitchFamily="2" charset="0"/>
              </a:rPr>
              <a:t>ACTIVIDADES SOBRE SERVIDOR 815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5DDD4D8-43E3-98F7-CD0E-238B150630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392" y="1052735"/>
            <a:ext cx="3816424" cy="553152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(DIFERENTES MODELOS)</a:t>
            </a:r>
            <a:endParaRPr lang="es-E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4" descr="Storage Servers Solutions For Enterprise Architectures | Supermicro">
            <a:extLst>
              <a:ext uri="{FF2B5EF4-FFF2-40B4-BE49-F238E27FC236}">
                <a16:creationId xmlns:a16="http://schemas.microsoft.com/office/drawing/2014/main" id="{2EFDF075-A430-7600-80CB-3DFB4C755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65" y="1447611"/>
            <a:ext cx="4377615" cy="4372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441B53D-4418-58FE-BAC9-AD6DE0425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600" y="2044212"/>
            <a:ext cx="4907851" cy="970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EB6B50-6229-D477-D90A-06A9C42D99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615"/>
          <a:stretch/>
        </p:blipFill>
        <p:spPr>
          <a:xfrm>
            <a:off x="4458554" y="4639042"/>
            <a:ext cx="4907851" cy="49752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0D1C0A9-E650-5257-2EC9-FF568E388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967" y="3428175"/>
            <a:ext cx="4907851" cy="9713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4D336B7E-4A65-DD8C-3344-AA0FA14C909E}"/>
              </a:ext>
            </a:extLst>
          </p:cNvPr>
          <p:cNvGrpSpPr/>
          <p:nvPr/>
        </p:nvGrpSpPr>
        <p:grpSpPr>
          <a:xfrm>
            <a:off x="4717367" y="5342195"/>
            <a:ext cx="4546985" cy="1311238"/>
            <a:chOff x="7090377" y="4687989"/>
            <a:chExt cx="4546985" cy="1311238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FE05111B-615E-8251-2A8C-B97283D97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80536" y="4699711"/>
              <a:ext cx="983774" cy="1299516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5F257C7D-5E71-0AA2-DB33-9CD91FC87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68501" y="4687989"/>
              <a:ext cx="2168861" cy="1219984"/>
            </a:xfrm>
            <a:prstGeom prst="rect">
              <a:avLst/>
            </a:prstGeom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09744C0-F941-A124-E594-3AD85B30F5E8}"/>
                </a:ext>
              </a:extLst>
            </p:cNvPr>
            <p:cNvSpPr txBox="1"/>
            <p:nvPr/>
          </p:nvSpPr>
          <p:spPr>
            <a:xfrm>
              <a:off x="7090377" y="4887804"/>
              <a:ext cx="10880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5">
                      <a:lumMod val="75000"/>
                    </a:schemeClr>
                  </a:solidFill>
                  <a:latin typeface="+mj-lt"/>
                </a:rPr>
                <a:t>PUERTO DE GESTIÓN</a:t>
              </a:r>
              <a:endParaRPr lang="es-ES" b="1" dirty="0">
                <a:solidFill>
                  <a:schemeClr val="accent5">
                    <a:lumMod val="75000"/>
                  </a:schemeClr>
                </a:solidFill>
                <a:latin typeface="+mj-lt"/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29D6473-8655-5FA5-E275-28FB5ABB2186}"/>
              </a:ext>
            </a:extLst>
          </p:cNvPr>
          <p:cNvSpPr txBox="1"/>
          <p:nvPr/>
        </p:nvSpPr>
        <p:spPr>
          <a:xfrm>
            <a:off x="9545696" y="5066956"/>
            <a:ext cx="2323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PUERTOS LAN Y WAN</a:t>
            </a:r>
            <a:endParaRPr lang="es-ES" b="1" dirty="0">
              <a:solidFill>
                <a:schemeClr val="accent5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F29D103-2ECA-F6C7-A36E-B4CB2D2A1D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5063" y="2044212"/>
            <a:ext cx="1685253" cy="299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08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ABB9A6-C882-26C8-50C0-B436A2AD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04664"/>
            <a:ext cx="6984404" cy="946049"/>
          </a:xfrm>
        </p:spPr>
        <p:txBody>
          <a:bodyPr>
            <a:normAutofit fontScale="90000"/>
          </a:bodyPr>
          <a:lstStyle/>
          <a:p>
            <a:r>
              <a:rPr lang="es-ES" sz="4000" dirty="0">
                <a:latin typeface="Branding SF Narrow Black It" panose="00000A06000000000000" pitchFamily="2" charset="0"/>
              </a:rPr>
              <a:t>SET UP DE SERVIDOR 815 GATEWAY </a:t>
            </a:r>
            <a:endParaRPr lang="en-VE" dirty="0">
              <a:latin typeface="Branding SF Narrow Black It" panose="00000A06000000000000" pitchFamily="2" charset="0"/>
            </a:endParaRP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46D98FAD-FC09-360D-2356-5A5325BFE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10" name="Flecha: pentágono 9">
            <a:extLst>
              <a:ext uri="{FF2B5EF4-FFF2-40B4-BE49-F238E27FC236}">
                <a16:creationId xmlns:a16="http://schemas.microsoft.com/office/drawing/2014/main" id="{F51A6717-9088-1EE0-004E-E56A754D01AA}"/>
              </a:ext>
            </a:extLst>
          </p:cNvPr>
          <p:cNvSpPr/>
          <p:nvPr/>
        </p:nvSpPr>
        <p:spPr>
          <a:xfrm>
            <a:off x="56418" y="1838640"/>
            <a:ext cx="8271830" cy="3598842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graphicFrame>
        <p:nvGraphicFramePr>
          <p:cNvPr id="11" name="Diagrama 10">
            <a:extLst>
              <a:ext uri="{FF2B5EF4-FFF2-40B4-BE49-F238E27FC236}">
                <a16:creationId xmlns:a16="http://schemas.microsoft.com/office/drawing/2014/main" id="{D94F8672-8A75-A7AC-68DF-B3BA7F98DC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811502"/>
              </p:ext>
            </p:extLst>
          </p:nvPr>
        </p:nvGraphicFramePr>
        <p:xfrm>
          <a:off x="1249913" y="1556792"/>
          <a:ext cx="5462531" cy="4107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Imagen 11" descr="Icono&#10;&#10;Descripción generada automáticamente">
            <a:extLst>
              <a:ext uri="{FF2B5EF4-FFF2-40B4-BE49-F238E27FC236}">
                <a16:creationId xmlns:a16="http://schemas.microsoft.com/office/drawing/2014/main" id="{DCDB874B-038B-753C-ABBC-A51CD6DB4F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5520" y="2329789"/>
            <a:ext cx="901548" cy="88318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53CC094-0070-6B7D-12A6-E2765104A4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1624" y="4077072"/>
            <a:ext cx="727114" cy="717934"/>
          </a:xfrm>
          <a:prstGeom prst="rect">
            <a:avLst/>
          </a:prstGeom>
        </p:spPr>
      </p:pic>
      <p:pic>
        <p:nvPicPr>
          <p:cNvPr id="14" name="Imagen 13" descr="Icono&#10;&#10;Descripción generada automáticamente">
            <a:extLst>
              <a:ext uri="{FF2B5EF4-FFF2-40B4-BE49-F238E27FC236}">
                <a16:creationId xmlns:a16="http://schemas.microsoft.com/office/drawing/2014/main" id="{D8624F11-B86B-FCF5-341E-085B33EED7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2364" y="2302247"/>
            <a:ext cx="947452" cy="910729"/>
          </a:xfrm>
          <a:prstGeom prst="rect">
            <a:avLst/>
          </a:prstGeom>
        </p:spPr>
      </p:pic>
      <p:pic>
        <p:nvPicPr>
          <p:cNvPr id="15" name="Imagen 14" descr="Icono&#10;&#10;Descripción generada automáticamente">
            <a:extLst>
              <a:ext uri="{FF2B5EF4-FFF2-40B4-BE49-F238E27FC236}">
                <a16:creationId xmlns:a16="http://schemas.microsoft.com/office/drawing/2014/main" id="{7D0F6B28-20EA-0AC9-85C5-712438B0D1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5192" y="3933056"/>
            <a:ext cx="910728" cy="919909"/>
          </a:xfrm>
          <a:prstGeom prst="rect">
            <a:avLst/>
          </a:prstGeom>
        </p:spPr>
      </p:pic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A61C70EF-CC12-064C-5B76-5E750D9995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6749" y="2384874"/>
            <a:ext cx="837283" cy="828102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444B4FF-D19F-85E4-AEC5-664439E08D8A}"/>
              </a:ext>
            </a:extLst>
          </p:cNvPr>
          <p:cNvSpPr txBox="1">
            <a:spLocks/>
          </p:cNvSpPr>
          <p:nvPr/>
        </p:nvSpPr>
        <p:spPr>
          <a:xfrm>
            <a:off x="1775969" y="61803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97563678-8279-B240-B0A2-8DE6183875A9}"/>
              </a:ext>
            </a:extLst>
          </p:cNvPr>
          <p:cNvSpPr/>
          <p:nvPr/>
        </p:nvSpPr>
        <p:spPr>
          <a:xfrm>
            <a:off x="8593156" y="2144478"/>
            <a:ext cx="3213252" cy="3084722"/>
          </a:xfrm>
          <a:prstGeom prst="flowChartConnector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D6905C5D-2672-8D2C-6171-9320BC1E1DBF}"/>
              </a:ext>
            </a:extLst>
          </p:cNvPr>
          <p:cNvSpPr txBox="1">
            <a:spLocks/>
          </p:cNvSpPr>
          <p:nvPr/>
        </p:nvSpPr>
        <p:spPr>
          <a:xfrm>
            <a:off x="9009481" y="2352487"/>
            <a:ext cx="2379767" cy="10765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1800" b="0" i="0" kern="1200">
                <a:solidFill>
                  <a:srgbClr val="63646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Puesta en Producción del servidor</a:t>
            </a:r>
            <a:endParaRPr lang="es-E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Cinta: inclinada hacia abajo 19">
            <a:extLst>
              <a:ext uri="{FF2B5EF4-FFF2-40B4-BE49-F238E27FC236}">
                <a16:creationId xmlns:a16="http://schemas.microsoft.com/office/drawing/2014/main" id="{52D28F93-B663-9DF7-FEAF-CDAA8ABEEA40}"/>
              </a:ext>
            </a:extLst>
          </p:cNvPr>
          <p:cNvSpPr/>
          <p:nvPr/>
        </p:nvSpPr>
        <p:spPr>
          <a:xfrm>
            <a:off x="9226625" y="3501008"/>
            <a:ext cx="1955493" cy="1248577"/>
          </a:xfrm>
          <a:prstGeom prst="ribb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pic>
        <p:nvPicPr>
          <p:cNvPr id="21" name="Imagen 20" descr="Imagen que contiene luz, oscuro, naranja, iluminado&#10;&#10;Descripción generada automáticamente">
            <a:extLst>
              <a:ext uri="{FF2B5EF4-FFF2-40B4-BE49-F238E27FC236}">
                <a16:creationId xmlns:a16="http://schemas.microsoft.com/office/drawing/2014/main" id="{89B8B5D6-5D47-D609-5882-FB1787B72C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30648" y="3777692"/>
            <a:ext cx="947452" cy="94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01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Diagrama de flujo: conector fuera de página 53">
            <a:extLst>
              <a:ext uri="{FF2B5EF4-FFF2-40B4-BE49-F238E27FC236}">
                <a16:creationId xmlns:a16="http://schemas.microsoft.com/office/drawing/2014/main" id="{C7CDFFBF-3BA1-1F25-8C35-D52D28B57833}"/>
              </a:ext>
            </a:extLst>
          </p:cNvPr>
          <p:cNvSpPr/>
          <p:nvPr/>
        </p:nvSpPr>
        <p:spPr>
          <a:xfrm>
            <a:off x="4739810" y="4653136"/>
            <a:ext cx="1092505" cy="991517"/>
          </a:xfrm>
          <a:prstGeom prst="flowChartOffpageConnector">
            <a:avLst/>
          </a:prstGeom>
          <a:solidFill>
            <a:srgbClr val="002D7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ABB9A6-C882-26C8-50C0-B436A2AD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04664"/>
            <a:ext cx="6984404" cy="946049"/>
          </a:xfrm>
        </p:spPr>
        <p:txBody>
          <a:bodyPr/>
          <a:lstStyle/>
          <a:p>
            <a:r>
              <a:rPr lang="es-ES" dirty="0"/>
              <a:t>PORTCHANNEL SERVIDOR 815</a:t>
            </a:r>
            <a:r>
              <a:rPr lang="es-ES" sz="4000" dirty="0"/>
              <a:t> </a:t>
            </a:r>
            <a:endParaRPr lang="en-VE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444B4FF-D19F-85E4-AEC5-664439E08D8A}"/>
              </a:ext>
            </a:extLst>
          </p:cNvPr>
          <p:cNvSpPr txBox="1">
            <a:spLocks/>
          </p:cNvSpPr>
          <p:nvPr/>
        </p:nvSpPr>
        <p:spPr>
          <a:xfrm>
            <a:off x="1775969" y="61803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  <p:sp>
        <p:nvSpPr>
          <p:cNvPr id="2" name="Flecha: pentágono 1">
            <a:extLst>
              <a:ext uri="{FF2B5EF4-FFF2-40B4-BE49-F238E27FC236}">
                <a16:creationId xmlns:a16="http://schemas.microsoft.com/office/drawing/2014/main" id="{DD02FC0D-F763-ADE7-387B-39F3348FE5BD}"/>
              </a:ext>
            </a:extLst>
          </p:cNvPr>
          <p:cNvSpPr/>
          <p:nvPr/>
        </p:nvSpPr>
        <p:spPr>
          <a:xfrm>
            <a:off x="130447" y="1640570"/>
            <a:ext cx="5611090" cy="4017818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D5C16EC8-5A1B-AC9F-5959-E82377F7C2A2}"/>
              </a:ext>
            </a:extLst>
          </p:cNvPr>
          <p:cNvSpPr/>
          <p:nvPr/>
        </p:nvSpPr>
        <p:spPr>
          <a:xfrm>
            <a:off x="6063818" y="1643430"/>
            <a:ext cx="5611090" cy="4017818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pic>
        <p:nvPicPr>
          <p:cNvPr id="5" name="Imagen 4" descr="Imagen que contiene luz, oscuro, naranja, iluminado&#10;&#10;Descripción generada automáticamente">
            <a:extLst>
              <a:ext uri="{FF2B5EF4-FFF2-40B4-BE49-F238E27FC236}">
                <a16:creationId xmlns:a16="http://schemas.microsoft.com/office/drawing/2014/main" id="{ECE8B3AA-FF15-DAFA-5ACF-968188F65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94" y="3477284"/>
            <a:ext cx="1353788" cy="1363685"/>
          </a:xfrm>
          <a:prstGeom prst="rect">
            <a:avLst/>
          </a:prstGeom>
        </p:spPr>
      </p:pic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5050E7C-0E9C-F22B-7269-9DE23C596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176" y="1992870"/>
            <a:ext cx="2303813" cy="2303813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E70BD8F-0E4F-D3F3-5BDB-BBDDFD7C41E7}"/>
              </a:ext>
            </a:extLst>
          </p:cNvPr>
          <p:cNvCxnSpPr/>
          <p:nvPr/>
        </p:nvCxnSpPr>
        <p:spPr>
          <a:xfrm flipV="1">
            <a:off x="2421889" y="3416423"/>
            <a:ext cx="3959" cy="777834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BBF3780-9758-7BDC-9CB0-4E0F3C9DECFB}"/>
              </a:ext>
            </a:extLst>
          </p:cNvPr>
          <p:cNvCxnSpPr>
            <a:cxnSpLocks/>
          </p:cNvCxnSpPr>
          <p:nvPr/>
        </p:nvCxnSpPr>
        <p:spPr>
          <a:xfrm flipH="1" flipV="1">
            <a:off x="2643562" y="3406527"/>
            <a:ext cx="15833" cy="106482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E110C30-CC7D-0AA5-1987-DD90FC4F0FBC}"/>
              </a:ext>
            </a:extLst>
          </p:cNvPr>
          <p:cNvCxnSpPr/>
          <p:nvPr/>
        </p:nvCxnSpPr>
        <p:spPr>
          <a:xfrm flipV="1">
            <a:off x="1713700" y="4162961"/>
            <a:ext cx="706582" cy="593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50E3C84C-8BB3-BD4A-EF30-B27F05B21157}"/>
              </a:ext>
            </a:extLst>
          </p:cNvPr>
          <p:cNvCxnSpPr>
            <a:cxnSpLocks/>
          </p:cNvCxnSpPr>
          <p:nvPr/>
        </p:nvCxnSpPr>
        <p:spPr>
          <a:xfrm flipV="1">
            <a:off x="1713700" y="4430155"/>
            <a:ext cx="924296" cy="5937"/>
          </a:xfrm>
          <a:prstGeom prst="straightConnector1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9225472B-583A-0179-B8BD-F565D6E67854}"/>
              </a:ext>
            </a:extLst>
          </p:cNvPr>
          <p:cNvSpPr/>
          <p:nvPr/>
        </p:nvSpPr>
        <p:spPr>
          <a:xfrm>
            <a:off x="1654447" y="4688568"/>
            <a:ext cx="247402" cy="25729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92275C48-E318-56A0-A5F2-61A7438300BE}"/>
              </a:ext>
            </a:extLst>
          </p:cNvPr>
          <p:cNvSpPr/>
          <p:nvPr/>
        </p:nvSpPr>
        <p:spPr>
          <a:xfrm>
            <a:off x="1654447" y="5044827"/>
            <a:ext cx="247402" cy="257298"/>
          </a:xfrm>
          <a:prstGeom prst="flowChartConnector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63900CDA-7FAB-DD1F-41A2-99BBEA5DD481}"/>
              </a:ext>
            </a:extLst>
          </p:cNvPr>
          <p:cNvSpPr txBox="1">
            <a:spLocks/>
          </p:cNvSpPr>
          <p:nvPr/>
        </p:nvSpPr>
        <p:spPr>
          <a:xfrm>
            <a:off x="1595546" y="4354910"/>
            <a:ext cx="1331920" cy="973183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WAN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E23E1C2C-4AAA-1FF4-475F-A3B608354236}"/>
              </a:ext>
            </a:extLst>
          </p:cNvPr>
          <p:cNvSpPr txBox="1">
            <a:spLocks/>
          </p:cNvSpPr>
          <p:nvPr/>
        </p:nvSpPr>
        <p:spPr>
          <a:xfrm>
            <a:off x="1559496" y="4681481"/>
            <a:ext cx="1331920" cy="973183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LAN</a:t>
            </a: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E66D076F-C46E-0B2D-ED44-60F839FDD000}"/>
              </a:ext>
            </a:extLst>
          </p:cNvPr>
          <p:cNvSpPr txBox="1">
            <a:spLocks/>
          </p:cNvSpPr>
          <p:nvPr/>
        </p:nvSpPr>
        <p:spPr>
          <a:xfrm>
            <a:off x="-37313" y="1762129"/>
            <a:ext cx="3370517" cy="973183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Conexión a  10GBS</a:t>
            </a:r>
            <a:endParaRPr lang="es-ES" sz="2400" b="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9A3950A9-2E35-D4AA-923B-55366A1E5842}"/>
              </a:ext>
            </a:extLst>
          </p:cNvPr>
          <p:cNvSpPr txBox="1">
            <a:spLocks/>
          </p:cNvSpPr>
          <p:nvPr/>
        </p:nvSpPr>
        <p:spPr>
          <a:xfrm>
            <a:off x="-96688" y="4849715"/>
            <a:ext cx="2084023" cy="310145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Servidor 815</a:t>
            </a: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1A8A13D9-153F-CE8E-6BF6-4DE98A503DAA}"/>
              </a:ext>
            </a:extLst>
          </p:cNvPr>
          <p:cNvSpPr txBox="1">
            <a:spLocks/>
          </p:cNvSpPr>
          <p:nvPr/>
        </p:nvSpPr>
        <p:spPr>
          <a:xfrm>
            <a:off x="2120039" y="2425169"/>
            <a:ext cx="2084023" cy="310145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Switch</a:t>
            </a:r>
          </a:p>
        </p:txBody>
      </p:sp>
      <p:pic>
        <p:nvPicPr>
          <p:cNvPr id="31" name="Imagen 30" descr="Imagen que contiene luz, oscuro, naranja, iluminado&#10;&#10;Descripción generada automáticamente">
            <a:extLst>
              <a:ext uri="{FF2B5EF4-FFF2-40B4-BE49-F238E27FC236}">
                <a16:creationId xmlns:a16="http://schemas.microsoft.com/office/drawing/2014/main" id="{6D2DE4B7-5D0F-FA12-40AC-03B690AFA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086" y="3536660"/>
            <a:ext cx="1353788" cy="1363685"/>
          </a:xfrm>
          <a:prstGeom prst="rect">
            <a:avLst/>
          </a:prstGeom>
        </p:spPr>
      </p:pic>
      <p:pic>
        <p:nvPicPr>
          <p:cNvPr id="32" name="Imagen 31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4CB29FD-515E-227D-8784-4F2A7998E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149" y="2052246"/>
            <a:ext cx="2303813" cy="2303813"/>
          </a:xfrm>
          <a:prstGeom prst="rect">
            <a:avLst/>
          </a:prstGeom>
        </p:spPr>
      </p:pic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B1E560C3-3F91-BE8F-94A5-ED281AC0ECD7}"/>
              </a:ext>
            </a:extLst>
          </p:cNvPr>
          <p:cNvCxnSpPr>
            <a:cxnSpLocks/>
          </p:cNvCxnSpPr>
          <p:nvPr/>
        </p:nvCxnSpPr>
        <p:spPr>
          <a:xfrm flipH="1" flipV="1">
            <a:off x="8541640" y="3485695"/>
            <a:ext cx="5937" cy="817418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01EBF55-189C-5DD8-7EED-D4C6CB2FACA1}"/>
              </a:ext>
            </a:extLst>
          </p:cNvPr>
          <p:cNvCxnSpPr>
            <a:cxnSpLocks/>
          </p:cNvCxnSpPr>
          <p:nvPr/>
        </p:nvCxnSpPr>
        <p:spPr>
          <a:xfrm flipH="1" flipV="1">
            <a:off x="8947380" y="3465903"/>
            <a:ext cx="5937" cy="1153884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BF0CCD74-2C84-0958-72DA-3CE46DA308A9}"/>
              </a:ext>
            </a:extLst>
          </p:cNvPr>
          <p:cNvCxnSpPr>
            <a:cxnSpLocks/>
          </p:cNvCxnSpPr>
          <p:nvPr/>
        </p:nvCxnSpPr>
        <p:spPr>
          <a:xfrm flipV="1">
            <a:off x="7819596" y="4261921"/>
            <a:ext cx="726374" cy="593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CE23C77A-33EF-9F48-AC5E-F4B53F6ACF91}"/>
              </a:ext>
            </a:extLst>
          </p:cNvPr>
          <p:cNvCxnSpPr>
            <a:cxnSpLocks/>
          </p:cNvCxnSpPr>
          <p:nvPr/>
        </p:nvCxnSpPr>
        <p:spPr>
          <a:xfrm flipV="1">
            <a:off x="7819596" y="4588492"/>
            <a:ext cx="1151905" cy="15833"/>
          </a:xfrm>
          <a:prstGeom prst="straightConnector1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ítulo 1">
            <a:extLst>
              <a:ext uri="{FF2B5EF4-FFF2-40B4-BE49-F238E27FC236}">
                <a16:creationId xmlns:a16="http://schemas.microsoft.com/office/drawing/2014/main" id="{C9C89004-7FDD-E7B0-6771-FA3BA05FAC0A}"/>
              </a:ext>
            </a:extLst>
          </p:cNvPr>
          <p:cNvSpPr txBox="1">
            <a:spLocks/>
          </p:cNvSpPr>
          <p:nvPr/>
        </p:nvSpPr>
        <p:spPr>
          <a:xfrm>
            <a:off x="7830092" y="4641897"/>
            <a:ext cx="1331920" cy="973183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WAN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DF9D6DF3-F45F-3AD7-37E4-F331F15A6A4C}"/>
              </a:ext>
            </a:extLst>
          </p:cNvPr>
          <p:cNvSpPr txBox="1">
            <a:spLocks/>
          </p:cNvSpPr>
          <p:nvPr/>
        </p:nvSpPr>
        <p:spPr>
          <a:xfrm>
            <a:off x="5879976" y="1756542"/>
            <a:ext cx="3370517" cy="973183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Conexión a  20GBS</a:t>
            </a:r>
            <a:endParaRPr lang="es-ES" sz="2400" b="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39" name="Título 1">
            <a:extLst>
              <a:ext uri="{FF2B5EF4-FFF2-40B4-BE49-F238E27FC236}">
                <a16:creationId xmlns:a16="http://schemas.microsoft.com/office/drawing/2014/main" id="{5893E0D7-2AEC-3639-49DF-DC692BFBDCA0}"/>
              </a:ext>
            </a:extLst>
          </p:cNvPr>
          <p:cNvSpPr txBox="1">
            <a:spLocks/>
          </p:cNvSpPr>
          <p:nvPr/>
        </p:nvSpPr>
        <p:spPr>
          <a:xfrm>
            <a:off x="6019104" y="4909091"/>
            <a:ext cx="2084023" cy="310145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Servidor 815</a:t>
            </a: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67A9D379-756E-3A9F-5653-A6EE6F565EBA}"/>
              </a:ext>
            </a:extLst>
          </p:cNvPr>
          <p:cNvSpPr txBox="1">
            <a:spLocks/>
          </p:cNvSpPr>
          <p:nvPr/>
        </p:nvSpPr>
        <p:spPr>
          <a:xfrm>
            <a:off x="8235831" y="2484545"/>
            <a:ext cx="2084023" cy="310145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Switch</a:t>
            </a:r>
          </a:p>
        </p:txBody>
      </p:sp>
      <p:sp>
        <p:nvSpPr>
          <p:cNvPr id="41" name="Diagrama de flujo: conector 40">
            <a:extLst>
              <a:ext uri="{FF2B5EF4-FFF2-40B4-BE49-F238E27FC236}">
                <a16:creationId xmlns:a16="http://schemas.microsoft.com/office/drawing/2014/main" id="{8AA97C29-F903-3DBC-0281-31D511DCF06D}"/>
              </a:ext>
            </a:extLst>
          </p:cNvPr>
          <p:cNvSpPr/>
          <p:nvPr/>
        </p:nvSpPr>
        <p:spPr>
          <a:xfrm>
            <a:off x="7859304" y="5302126"/>
            <a:ext cx="247402" cy="257298"/>
          </a:xfrm>
          <a:prstGeom prst="flowChartConnector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42" name="Diagrama de flujo: conector 41">
            <a:extLst>
              <a:ext uri="{FF2B5EF4-FFF2-40B4-BE49-F238E27FC236}">
                <a16:creationId xmlns:a16="http://schemas.microsoft.com/office/drawing/2014/main" id="{2EB2187A-B0C3-D25E-2990-D4760F0DB908}"/>
              </a:ext>
            </a:extLst>
          </p:cNvPr>
          <p:cNvSpPr/>
          <p:nvPr/>
        </p:nvSpPr>
        <p:spPr>
          <a:xfrm>
            <a:off x="7859304" y="4965659"/>
            <a:ext cx="247402" cy="25729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77547A02-1401-87F3-4041-934C2D07E09A}"/>
              </a:ext>
            </a:extLst>
          </p:cNvPr>
          <p:cNvCxnSpPr>
            <a:cxnSpLocks/>
          </p:cNvCxnSpPr>
          <p:nvPr/>
        </p:nvCxnSpPr>
        <p:spPr>
          <a:xfrm flipH="1" flipV="1">
            <a:off x="9125509" y="3475799"/>
            <a:ext cx="5937" cy="1262742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77674FD5-866F-7179-6352-E5AAF567474E}"/>
              </a:ext>
            </a:extLst>
          </p:cNvPr>
          <p:cNvCxnSpPr>
            <a:cxnSpLocks/>
          </p:cNvCxnSpPr>
          <p:nvPr/>
        </p:nvCxnSpPr>
        <p:spPr>
          <a:xfrm flipV="1">
            <a:off x="7829492" y="4707245"/>
            <a:ext cx="1300347" cy="5937"/>
          </a:xfrm>
          <a:prstGeom prst="straightConnector1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8AF95634-CC53-9744-5D20-1A8EB5988AE0}"/>
              </a:ext>
            </a:extLst>
          </p:cNvPr>
          <p:cNvCxnSpPr>
            <a:cxnSpLocks/>
          </p:cNvCxnSpPr>
          <p:nvPr/>
        </p:nvCxnSpPr>
        <p:spPr>
          <a:xfrm flipH="1" flipV="1">
            <a:off x="8739561" y="3475798"/>
            <a:ext cx="25729" cy="946068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29794A84-8DA8-BF83-A89C-F4A03C8C0B7E}"/>
              </a:ext>
            </a:extLst>
          </p:cNvPr>
          <p:cNvCxnSpPr>
            <a:cxnSpLocks/>
          </p:cNvCxnSpPr>
          <p:nvPr/>
        </p:nvCxnSpPr>
        <p:spPr>
          <a:xfrm flipV="1">
            <a:off x="7829491" y="4400466"/>
            <a:ext cx="963880" cy="593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n 46" descr="Icono&#10;&#10;Descripción generada automáticamente">
            <a:extLst>
              <a:ext uri="{FF2B5EF4-FFF2-40B4-BE49-F238E27FC236}">
                <a16:creationId xmlns:a16="http://schemas.microsoft.com/office/drawing/2014/main" id="{BBD3F94B-0A28-F54F-AA93-3738D5F39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136" y="3981986"/>
            <a:ext cx="591788" cy="621476"/>
          </a:xfrm>
          <a:prstGeom prst="rect">
            <a:avLst/>
          </a:prstGeom>
        </p:spPr>
      </p:pic>
      <p:sp>
        <p:nvSpPr>
          <p:cNvPr id="48" name="Diagrama de flujo: conector fuera de página 47">
            <a:extLst>
              <a:ext uri="{FF2B5EF4-FFF2-40B4-BE49-F238E27FC236}">
                <a16:creationId xmlns:a16="http://schemas.microsoft.com/office/drawing/2014/main" id="{6235970A-CCCF-6BCB-7ABF-EF12B584C98E}"/>
              </a:ext>
            </a:extLst>
          </p:cNvPr>
          <p:cNvSpPr/>
          <p:nvPr/>
        </p:nvSpPr>
        <p:spPr>
          <a:xfrm>
            <a:off x="10632504" y="4741739"/>
            <a:ext cx="1092505" cy="991517"/>
          </a:xfrm>
          <a:prstGeom prst="flowChartOffpageConnector">
            <a:avLst/>
          </a:prstGeom>
          <a:solidFill>
            <a:srgbClr val="002D7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50" name="Título 1">
            <a:extLst>
              <a:ext uri="{FF2B5EF4-FFF2-40B4-BE49-F238E27FC236}">
                <a16:creationId xmlns:a16="http://schemas.microsoft.com/office/drawing/2014/main" id="{4A82C45B-86D4-EFEA-D69A-012F44AF2A3C}"/>
              </a:ext>
            </a:extLst>
          </p:cNvPr>
          <p:cNvSpPr txBox="1">
            <a:spLocks/>
          </p:cNvSpPr>
          <p:nvPr/>
        </p:nvSpPr>
        <p:spPr>
          <a:xfrm>
            <a:off x="4439816" y="4695328"/>
            <a:ext cx="1698433" cy="695734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>
                <a:solidFill>
                  <a:srgbClr val="FFFFFF"/>
                </a:solidFill>
                <a:latin typeface="+mj-lt"/>
              </a:rPr>
              <a:t>Conexión Estándar</a:t>
            </a:r>
          </a:p>
        </p:txBody>
      </p:sp>
      <p:sp>
        <p:nvSpPr>
          <p:cNvPr id="51" name="Título 1">
            <a:extLst>
              <a:ext uri="{FF2B5EF4-FFF2-40B4-BE49-F238E27FC236}">
                <a16:creationId xmlns:a16="http://schemas.microsoft.com/office/drawing/2014/main" id="{A88BCC95-4B23-6950-070C-CBB950E1FF0D}"/>
              </a:ext>
            </a:extLst>
          </p:cNvPr>
          <p:cNvSpPr txBox="1">
            <a:spLocks/>
          </p:cNvSpPr>
          <p:nvPr/>
        </p:nvSpPr>
        <p:spPr>
          <a:xfrm>
            <a:off x="10163061" y="4573441"/>
            <a:ext cx="2028939" cy="1189261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>
                <a:solidFill>
                  <a:srgbClr val="FFFFFF"/>
                </a:solidFill>
                <a:latin typeface="+mj-lt"/>
              </a:rPr>
              <a:t>Conexión</a:t>
            </a:r>
          </a:p>
          <a:p>
            <a:pPr algn="ctr"/>
            <a:r>
              <a:rPr lang="es-ES" sz="2000" dirty="0">
                <a:solidFill>
                  <a:srgbClr val="FFFFFF"/>
                </a:solidFill>
                <a:latin typeface="+mj-lt"/>
              </a:rPr>
              <a:t>Port</a:t>
            </a:r>
          </a:p>
          <a:p>
            <a:pPr algn="ctr"/>
            <a:r>
              <a:rPr lang="es-ES" sz="2000" dirty="0" err="1">
                <a:solidFill>
                  <a:srgbClr val="FFFFFF"/>
                </a:solidFill>
                <a:latin typeface="+mj-lt"/>
              </a:rPr>
              <a:t>Channel</a:t>
            </a:r>
            <a:endParaRPr lang="es-ES" sz="2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2" name="Título 1">
            <a:extLst>
              <a:ext uri="{FF2B5EF4-FFF2-40B4-BE49-F238E27FC236}">
                <a16:creationId xmlns:a16="http://schemas.microsoft.com/office/drawing/2014/main" id="{A97C26D2-05D0-B3CD-BC38-76CB3B78263D}"/>
              </a:ext>
            </a:extLst>
          </p:cNvPr>
          <p:cNvSpPr txBox="1">
            <a:spLocks/>
          </p:cNvSpPr>
          <p:nvPr/>
        </p:nvSpPr>
        <p:spPr>
          <a:xfrm>
            <a:off x="7786632" y="4944183"/>
            <a:ext cx="1331920" cy="973183"/>
          </a:xfrm>
          <a:prstGeom prst="mathMinus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LAN</a:t>
            </a:r>
          </a:p>
        </p:txBody>
      </p:sp>
    </p:spTree>
    <p:extLst>
      <p:ext uri="{BB962C8B-B14F-4D97-AF65-F5344CB8AC3E}">
        <p14:creationId xmlns:p14="http://schemas.microsoft.com/office/powerpoint/2010/main" val="1657513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31ACD674-5835-9F8F-4DA6-7B5A47FB0FC6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75125" y="3291659"/>
            <a:ext cx="2288627" cy="2288628"/>
          </a:xfrm>
          <a:prstGeom prst="ellipse">
            <a:avLst/>
          </a:prstGeom>
          <a:ln w="63500" cap="rnd">
            <a:solidFill>
              <a:schemeClr val="tx1"/>
            </a:solidFill>
          </a:ln>
          <a:effectLst>
            <a:outerShdw blurRad="381000" dist="292100" dir="5400000" sx="-80000" sy="-18000" rotWithShape="0">
              <a:schemeClr val="bg1">
                <a:alpha val="22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9807DA-36E7-88CC-DBBA-463AA8D7F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830" y="548680"/>
            <a:ext cx="11361810" cy="1260758"/>
          </a:xfrm>
        </p:spPr>
        <p:txBody>
          <a:bodyPr>
            <a:normAutofit fontScale="90000"/>
          </a:bodyPr>
          <a:lstStyle/>
          <a:p>
            <a:r>
              <a:rPr lang="es-ES" sz="4900" dirty="0">
                <a:latin typeface="Branding SF Narrow Black It" panose="00000A06000000000000" pitchFamily="2" charset="0"/>
              </a:rPr>
              <a:t>HARDWARE NECESARIO PARA CONFIGURACIÓN DE OLT</a:t>
            </a:r>
            <a:br>
              <a:rPr lang="es-ES" sz="4000" dirty="0"/>
            </a:br>
            <a:endParaRPr lang="en-V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3F5A6F-35CB-B2F2-28C9-039330F89E5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5A9FE1C-3628-0F40-B328-1C45B148FB20}" type="slidenum">
              <a:rPr lang="en-VE" smtClean="0"/>
              <a:pPr/>
              <a:t>17</a:t>
            </a:fld>
            <a:endParaRPr lang="en-V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F829B-C156-437E-43F4-F453912BFAA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77820" y="1511587"/>
            <a:ext cx="1122236" cy="1125325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s-ES" sz="3400" dirty="0">
                <a:solidFill>
                  <a:srgbClr val="FFFFFF"/>
                </a:solidFill>
                <a:latin typeface="+mj-lt"/>
              </a:rPr>
              <a:t>SFP 10GB SR</a:t>
            </a:r>
          </a:p>
          <a:p>
            <a:endParaRPr lang="en-V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878AEA-19FD-C17E-DC62-C3E63D82D23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65451" y="2492896"/>
            <a:ext cx="1122237" cy="989011"/>
          </a:xfrm>
        </p:spPr>
        <p:txBody>
          <a:bodyPr>
            <a:normAutofit fontScale="40000" lnSpcReduction="20000"/>
          </a:bodyPr>
          <a:lstStyle/>
          <a:p>
            <a:pPr algn="ctr"/>
            <a:r>
              <a:rPr lang="es-ES" sz="7000" dirty="0">
                <a:solidFill>
                  <a:srgbClr val="FFFFFF"/>
                </a:solidFill>
                <a:latin typeface="+mj-lt"/>
              </a:rPr>
              <a:t>Slot </a:t>
            </a:r>
            <a:r>
              <a:rPr lang="es-ES" sz="7000" dirty="0" err="1">
                <a:solidFill>
                  <a:srgbClr val="FFFFFF"/>
                </a:solidFill>
                <a:latin typeface="+mj-lt"/>
              </a:rPr>
              <a:t>Uplink</a:t>
            </a:r>
            <a:endParaRPr lang="es-ES" sz="7000" dirty="0">
              <a:solidFill>
                <a:srgbClr val="FFFFFF"/>
              </a:solidFill>
              <a:latin typeface="+mj-lt"/>
            </a:endParaRPr>
          </a:p>
          <a:p>
            <a:pPr algn="ctr"/>
            <a:endParaRPr lang="en-VE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53BA390-C0F1-77CE-4665-58EA49FE79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4" r="1274"/>
          <a:stretch>
            <a:fillRect/>
          </a:stretch>
        </p:blipFill>
        <p:spPr>
          <a:xfrm>
            <a:off x="4943872" y="2482250"/>
            <a:ext cx="2288627" cy="231490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chemeClr val="bg1">
                <a:alpha val="22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" name="Imagen 16" descr="Imagen que contiene cable&#10;&#10;Descripción generada automáticamente">
            <a:extLst>
              <a:ext uri="{FF2B5EF4-FFF2-40B4-BE49-F238E27FC236}">
                <a16:creationId xmlns:a16="http://schemas.microsoft.com/office/drawing/2014/main" id="{ED72F237-4978-3DE7-00A8-345AA8A0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665" y="3284984"/>
            <a:ext cx="2288831" cy="231490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chemeClr val="bg1">
                <a:alpha val="22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8331B3F-AE76-D592-EB1E-75FD4AE791A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832304" y="2420888"/>
            <a:ext cx="1137866" cy="963124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ES" sz="2800" dirty="0" err="1">
                <a:solidFill>
                  <a:srgbClr val="FFFFFF"/>
                </a:solidFill>
                <a:latin typeface="+mj-lt"/>
              </a:rPr>
              <a:t>Patch</a:t>
            </a:r>
            <a:endParaRPr lang="es-ES" sz="2800" dirty="0">
              <a:solidFill>
                <a:srgbClr val="FFFFFF"/>
              </a:solidFill>
              <a:latin typeface="+mj-lt"/>
            </a:endParaRPr>
          </a:p>
          <a:p>
            <a:pPr algn="ctr">
              <a:spcBef>
                <a:spcPts val="0"/>
              </a:spcBef>
            </a:pPr>
            <a:r>
              <a:rPr lang="es-ES" sz="2800" dirty="0">
                <a:solidFill>
                  <a:srgbClr val="FFFFFF"/>
                </a:solidFill>
                <a:latin typeface="+mj-lt"/>
              </a:rPr>
              <a:t>Cord</a:t>
            </a:r>
          </a:p>
          <a:p>
            <a:endParaRPr lang="en-VE" sz="1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EB3F9-044C-8A45-B8E6-9575E82934B3}"/>
              </a:ext>
            </a:extLst>
          </p:cNvPr>
          <p:cNvSpPr txBox="1">
            <a:spLocks/>
          </p:cNvSpPr>
          <p:nvPr/>
        </p:nvSpPr>
        <p:spPr>
          <a:xfrm>
            <a:off x="1775969" y="61803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1624018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6D42847D-F483-297D-EC52-D6694F395F06}"/>
              </a:ext>
            </a:extLst>
          </p:cNvPr>
          <p:cNvSpPr/>
          <p:nvPr/>
        </p:nvSpPr>
        <p:spPr>
          <a:xfrm>
            <a:off x="1775520" y="1792290"/>
            <a:ext cx="8640960" cy="3436910"/>
          </a:xfrm>
          <a:prstGeom prst="rect">
            <a:avLst/>
          </a:prstGeom>
          <a:solidFill>
            <a:schemeClr val="bg1"/>
          </a:solidFill>
          <a:ln>
            <a:solidFill>
              <a:srgbClr val="FFA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73232A-E725-DF88-04AC-5796657D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dirty="0">
                <a:latin typeface="Branding SF Narrow Black It" panose="00000A06000000000000" pitchFamily="2" charset="0"/>
              </a:rPr>
              <a:t>TROUBLESHOOTING O ATENCIÓN DE FALLAS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427AB-AFE2-EE5D-0247-FB7A197C9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FE1C-3628-0F40-B328-1C45B148FB20}" type="slidenum">
              <a:rPr lang="en-VE" smtClean="0"/>
              <a:pPr/>
              <a:t>18</a:t>
            </a:fld>
            <a:endParaRPr lang="en-VE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12C538-0CD9-0051-E491-1F3A7F2079BB}"/>
              </a:ext>
            </a:extLst>
          </p:cNvPr>
          <p:cNvSpPr txBox="1">
            <a:spLocks/>
          </p:cNvSpPr>
          <p:nvPr/>
        </p:nvSpPr>
        <p:spPr>
          <a:xfrm>
            <a:off x="1775520" y="619029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668AA10-69E2-0B35-41D8-7577A25AB413}"/>
              </a:ext>
            </a:extLst>
          </p:cNvPr>
          <p:cNvSpPr txBox="1"/>
          <p:nvPr/>
        </p:nvSpPr>
        <p:spPr>
          <a:xfrm>
            <a:off x="2340398" y="1997839"/>
            <a:ext cx="75112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VE" sz="1200" b="1" dirty="0"/>
          </a:p>
          <a:p>
            <a:pPr algn="ctr"/>
            <a:r>
              <a:rPr lang="es-VE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Para esta sección debes revisar el Manual ARU desarrollado por Operaciones IP, el cual encuentras en:</a:t>
            </a:r>
          </a:p>
          <a:p>
            <a:pPr algn="ctr"/>
            <a:endParaRPr lang="es-VE" sz="2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algn="ctr"/>
            <a:r>
              <a:rPr lang="es-VE" sz="24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http://soportearu.inter.com.ve/accounts/login/</a:t>
            </a:r>
            <a:endParaRPr lang="es-VE" sz="2400" u="sng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algn="ctr"/>
            <a:endParaRPr lang="es-VE" sz="2400" u="sng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algn="ctr"/>
            <a:r>
              <a:rPr lang="es-VE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Usuario: </a:t>
            </a:r>
            <a:r>
              <a:rPr lang="es-VE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InterAru</a:t>
            </a:r>
            <a:endParaRPr lang="es-ES" sz="2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algn="ctr"/>
            <a:r>
              <a:rPr lang="es-VE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Clave: </a:t>
            </a:r>
            <a:r>
              <a:rPr lang="es-VE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Aru</a:t>
            </a:r>
            <a:r>
              <a:rPr lang="es-VE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*Intercable2023</a:t>
            </a:r>
          </a:p>
        </p:txBody>
      </p:sp>
    </p:spTree>
    <p:extLst>
      <p:ext uri="{BB962C8B-B14F-4D97-AF65-F5344CB8AC3E}">
        <p14:creationId xmlns:p14="http://schemas.microsoft.com/office/powerpoint/2010/main" val="1543323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232A-E725-DF88-04AC-5796657D2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6" y="247897"/>
            <a:ext cx="7488832" cy="548709"/>
          </a:xfrm>
        </p:spPr>
        <p:txBody>
          <a:bodyPr>
            <a:normAutofit fontScale="90000"/>
          </a:bodyPr>
          <a:lstStyle/>
          <a:p>
            <a:r>
              <a:rPr lang="es-ES" sz="4000" dirty="0">
                <a:latin typeface="Branding SF Narrow Black It" panose="00000A06000000000000" pitchFamily="2" charset="0"/>
              </a:rPr>
              <a:t>FALLAS DESCRITAS EN EL SOPORTE ARU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427AB-AFE2-EE5D-0247-FB7A197C9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FE1C-3628-0F40-B328-1C45B148FB20}" type="slidenum">
              <a:rPr lang="en-VE" smtClean="0"/>
              <a:pPr/>
              <a:t>19</a:t>
            </a:fld>
            <a:endParaRPr lang="en-VE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12C538-0CD9-0051-E491-1F3A7F2079BB}"/>
              </a:ext>
            </a:extLst>
          </p:cNvPr>
          <p:cNvSpPr txBox="1">
            <a:spLocks/>
          </p:cNvSpPr>
          <p:nvPr/>
        </p:nvSpPr>
        <p:spPr>
          <a:xfrm>
            <a:off x="1775520" y="619029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3FD8A82-BE46-0FF5-D5F6-7C674168B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88" y="836712"/>
            <a:ext cx="4186921" cy="249355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55887A4-556F-3F29-3835-9E6F0836A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21" y="3501008"/>
            <a:ext cx="4572000" cy="2436122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C0D6380-ED03-E55B-373F-69C975E66736}"/>
              </a:ext>
            </a:extLst>
          </p:cNvPr>
          <p:cNvCxnSpPr>
            <a:cxnSpLocks/>
          </p:cNvCxnSpPr>
          <p:nvPr/>
        </p:nvCxnSpPr>
        <p:spPr>
          <a:xfrm>
            <a:off x="1819373" y="2924944"/>
            <a:ext cx="0" cy="11521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93E63A01-2991-BEA2-2283-C1BCBD0862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280" y="1095088"/>
            <a:ext cx="2491563" cy="5281516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1DF3257-F038-A4AD-471C-7FF7F3AF1819}"/>
              </a:ext>
            </a:extLst>
          </p:cNvPr>
          <p:cNvCxnSpPr>
            <a:cxnSpLocks/>
          </p:cNvCxnSpPr>
          <p:nvPr/>
        </p:nvCxnSpPr>
        <p:spPr>
          <a:xfrm flipV="1">
            <a:off x="1631504" y="1252836"/>
            <a:ext cx="7452776" cy="3235227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1655049-381C-0D2B-9282-189FAC5FC008}"/>
              </a:ext>
            </a:extLst>
          </p:cNvPr>
          <p:cNvSpPr txBox="1"/>
          <p:nvPr/>
        </p:nvSpPr>
        <p:spPr>
          <a:xfrm>
            <a:off x="7015666" y="2930168"/>
            <a:ext cx="1960654" cy="1938992"/>
          </a:xfrm>
          <a:prstGeom prst="rect">
            <a:avLst/>
          </a:prstGeom>
          <a:noFill/>
          <a:ln w="12700">
            <a:solidFill>
              <a:srgbClr val="FFA4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En el soporte se describen los procedimientos a seguir en cada unos de estos casos</a:t>
            </a:r>
          </a:p>
        </p:txBody>
      </p:sp>
    </p:spTree>
    <p:extLst>
      <p:ext uri="{BB962C8B-B14F-4D97-AF65-F5344CB8AC3E}">
        <p14:creationId xmlns:p14="http://schemas.microsoft.com/office/powerpoint/2010/main" val="4109245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232A-E725-DF88-04AC-5796657D2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568" y="360011"/>
            <a:ext cx="7488832" cy="548709"/>
          </a:xfrm>
        </p:spPr>
        <p:txBody>
          <a:bodyPr>
            <a:normAutofit fontScale="90000"/>
          </a:bodyPr>
          <a:lstStyle/>
          <a:p>
            <a:pPr algn="ctr"/>
            <a:r>
              <a:rPr lang="es-ES" sz="4000" dirty="0">
                <a:latin typeface="Branding SF Narrow Black It" panose="00000A06000000000000" pitchFamily="2" charset="0"/>
              </a:rPr>
              <a:t>VALIDACIÓN DE POTENCIA (MINI RED)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427AB-AFE2-EE5D-0247-FB7A197C9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FE1C-3628-0F40-B328-1C45B148FB20}" type="slidenum">
              <a:rPr lang="en-VE" smtClean="0"/>
              <a:pPr/>
              <a:t>20</a:t>
            </a:fld>
            <a:endParaRPr lang="en-VE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12C538-0CD9-0051-E491-1F3A7F2079BB}"/>
              </a:ext>
            </a:extLst>
          </p:cNvPr>
          <p:cNvSpPr txBox="1">
            <a:spLocks/>
          </p:cNvSpPr>
          <p:nvPr/>
        </p:nvSpPr>
        <p:spPr>
          <a:xfrm>
            <a:off x="1775520" y="619029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24C26F0-8EC7-2BC4-FD04-425EC870A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204109"/>
            <a:ext cx="1726129" cy="164882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58C18E7-1F70-67F9-88FD-E6F1BAF20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688" y="2005467"/>
            <a:ext cx="2731573" cy="788126"/>
          </a:xfrm>
          <a:prstGeom prst="rect">
            <a:avLst/>
          </a:prstGeom>
        </p:spPr>
      </p:pic>
      <p:cxnSp>
        <p:nvCxnSpPr>
          <p:cNvPr id="14" name="Conector angular 14">
            <a:extLst>
              <a:ext uri="{FF2B5EF4-FFF2-40B4-BE49-F238E27FC236}">
                <a16:creationId xmlns:a16="http://schemas.microsoft.com/office/drawing/2014/main" id="{6776E49D-01B5-14FD-61F1-4A6C166E9B1C}"/>
              </a:ext>
            </a:extLst>
          </p:cNvPr>
          <p:cNvCxnSpPr/>
          <p:nvPr/>
        </p:nvCxnSpPr>
        <p:spPr>
          <a:xfrm>
            <a:off x="2567608" y="1916832"/>
            <a:ext cx="646867" cy="481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1B34789-3A8C-B984-756A-A0068D73B869}"/>
              </a:ext>
            </a:extLst>
          </p:cNvPr>
          <p:cNvSpPr txBox="1"/>
          <p:nvPr/>
        </p:nvSpPr>
        <p:spPr>
          <a:xfrm>
            <a:off x="1559496" y="1215094"/>
            <a:ext cx="526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OLT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4DA7CDB-D987-99FE-E60D-B4178151EA6E}"/>
              </a:ext>
            </a:extLst>
          </p:cNvPr>
          <p:cNvSpPr txBox="1"/>
          <p:nvPr/>
        </p:nvSpPr>
        <p:spPr>
          <a:xfrm>
            <a:off x="3322933" y="1412776"/>
            <a:ext cx="258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EDFA: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Combina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señal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de Internet y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señal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de TV 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A239A2B-18D3-2F7A-1D84-98B997AC6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035929" y="976903"/>
            <a:ext cx="1218771" cy="1370437"/>
          </a:xfrm>
          <a:prstGeom prst="rect">
            <a:avLst/>
          </a:prstGeom>
        </p:spPr>
      </p:pic>
      <p:cxnSp>
        <p:nvCxnSpPr>
          <p:cNvPr id="18" name="Conector angular 19">
            <a:extLst>
              <a:ext uri="{FF2B5EF4-FFF2-40B4-BE49-F238E27FC236}">
                <a16:creationId xmlns:a16="http://schemas.microsoft.com/office/drawing/2014/main" id="{AF5F7D99-6368-EA5A-1483-E1A0DE4F13FB}"/>
              </a:ext>
            </a:extLst>
          </p:cNvPr>
          <p:cNvCxnSpPr/>
          <p:nvPr/>
        </p:nvCxnSpPr>
        <p:spPr>
          <a:xfrm flipV="1">
            <a:off x="6023992" y="1772816"/>
            <a:ext cx="836242" cy="5814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n 18">
            <a:extLst>
              <a:ext uri="{FF2B5EF4-FFF2-40B4-BE49-F238E27FC236}">
                <a16:creationId xmlns:a16="http://schemas.microsoft.com/office/drawing/2014/main" id="{74D61081-CB0B-715B-3292-BB8617BA2A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9525416" y="1736541"/>
            <a:ext cx="1575411" cy="1521475"/>
          </a:xfrm>
          <a:prstGeom prst="rect">
            <a:avLst/>
          </a:prstGeom>
        </p:spPr>
      </p:pic>
      <p:cxnSp>
        <p:nvCxnSpPr>
          <p:cNvPr id="20" name="Conector angular 21">
            <a:extLst>
              <a:ext uri="{FF2B5EF4-FFF2-40B4-BE49-F238E27FC236}">
                <a16:creationId xmlns:a16="http://schemas.microsoft.com/office/drawing/2014/main" id="{EAC5661B-4D8D-5434-1D90-0FB949EB3880}"/>
              </a:ext>
            </a:extLst>
          </p:cNvPr>
          <p:cNvCxnSpPr/>
          <p:nvPr/>
        </p:nvCxnSpPr>
        <p:spPr>
          <a:xfrm>
            <a:off x="8472264" y="1700808"/>
            <a:ext cx="756505" cy="3940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4529F44-AE04-7A24-C37D-593D20E19EF7}"/>
              </a:ext>
            </a:extLst>
          </p:cNvPr>
          <p:cNvSpPr txBox="1"/>
          <p:nvPr/>
        </p:nvSpPr>
        <p:spPr>
          <a:xfrm>
            <a:off x="6413589" y="2348880"/>
            <a:ext cx="2418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Cassette 1:2 (Splitters o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divisores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de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potencia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)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3DA74A5-88B1-6AFD-665E-51F8A5F0E7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0772" y="3717032"/>
            <a:ext cx="2040293" cy="1492464"/>
          </a:xfrm>
          <a:prstGeom prst="rect">
            <a:avLst/>
          </a:prstGeom>
        </p:spPr>
      </p:pic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B97504E9-D254-A428-5627-7555B83794F7}"/>
              </a:ext>
            </a:extLst>
          </p:cNvPr>
          <p:cNvCxnSpPr>
            <a:cxnSpLocks/>
          </p:cNvCxnSpPr>
          <p:nvPr/>
        </p:nvCxnSpPr>
        <p:spPr>
          <a:xfrm>
            <a:off x="10344472" y="3281995"/>
            <a:ext cx="0" cy="581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n 23">
            <a:extLst>
              <a:ext uri="{FF2B5EF4-FFF2-40B4-BE49-F238E27FC236}">
                <a16:creationId xmlns:a16="http://schemas.microsoft.com/office/drawing/2014/main" id="{389D7956-9AE5-7F5A-0D3A-CDE26CD3D9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056" y="4041971"/>
            <a:ext cx="1944216" cy="1547269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3F904F4-4448-DA48-B2CC-49BD4BF7EB46}"/>
              </a:ext>
            </a:extLst>
          </p:cNvPr>
          <p:cNvSpPr txBox="1"/>
          <p:nvPr/>
        </p:nvSpPr>
        <p:spPr>
          <a:xfrm>
            <a:off x="7011394" y="3718805"/>
            <a:ext cx="1096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RECEIVER</a:t>
            </a:r>
          </a:p>
          <a:p>
            <a:endParaRPr lang="en-US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C0EC4765-69A3-2963-3B4E-00EB03F3E0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9776" y="4149080"/>
            <a:ext cx="1500906" cy="1269451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82272C08-55D3-7A33-90A3-751D4BDEF28C}"/>
              </a:ext>
            </a:extLst>
          </p:cNvPr>
          <p:cNvSpPr txBox="1"/>
          <p:nvPr/>
        </p:nvSpPr>
        <p:spPr>
          <a:xfrm>
            <a:off x="4423959" y="5418531"/>
            <a:ext cx="630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ONU</a:t>
            </a:r>
          </a:p>
          <a:p>
            <a:endParaRPr lang="en-US" dirty="0"/>
          </a:p>
        </p:txBody>
      </p:sp>
      <p:cxnSp>
        <p:nvCxnSpPr>
          <p:cNvPr id="28" name="Conector angular 29">
            <a:extLst>
              <a:ext uri="{FF2B5EF4-FFF2-40B4-BE49-F238E27FC236}">
                <a16:creationId xmlns:a16="http://schemas.microsoft.com/office/drawing/2014/main" id="{1D7DBE37-AEA4-DD03-5B22-92E9B6F59E16}"/>
              </a:ext>
            </a:extLst>
          </p:cNvPr>
          <p:cNvCxnSpPr/>
          <p:nvPr/>
        </p:nvCxnSpPr>
        <p:spPr>
          <a:xfrm rot="10800000">
            <a:off x="5535548" y="4569747"/>
            <a:ext cx="992500" cy="2994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angular 30">
            <a:extLst>
              <a:ext uri="{FF2B5EF4-FFF2-40B4-BE49-F238E27FC236}">
                <a16:creationId xmlns:a16="http://schemas.microsoft.com/office/drawing/2014/main" id="{01C436DF-B8A0-DC38-5607-826323D156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17609" y="4509120"/>
            <a:ext cx="862767" cy="1434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n 29">
            <a:extLst>
              <a:ext uri="{FF2B5EF4-FFF2-40B4-BE49-F238E27FC236}">
                <a16:creationId xmlns:a16="http://schemas.microsoft.com/office/drawing/2014/main" id="{B7664376-21DC-3664-81F4-66AC9465D9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90" y="5157192"/>
            <a:ext cx="3656246" cy="657487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6533ED20-55B1-816E-5842-3DBEBA1109BB}"/>
              </a:ext>
            </a:extLst>
          </p:cNvPr>
          <p:cNvSpPr txBox="1"/>
          <p:nvPr/>
        </p:nvSpPr>
        <p:spPr>
          <a:xfrm>
            <a:off x="506284" y="4798893"/>
            <a:ext cx="27093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Página Soporte Fibra Hogar</a:t>
            </a:r>
          </a:p>
          <a:p>
            <a:endParaRPr lang="en-US" dirty="0"/>
          </a:p>
        </p:txBody>
      </p:sp>
      <p:cxnSp>
        <p:nvCxnSpPr>
          <p:cNvPr id="32" name="Conector angular 34">
            <a:extLst>
              <a:ext uri="{FF2B5EF4-FFF2-40B4-BE49-F238E27FC236}">
                <a16:creationId xmlns:a16="http://schemas.microsoft.com/office/drawing/2014/main" id="{10991E85-5049-36C5-3FC2-EF4EDB645FEA}"/>
              </a:ext>
            </a:extLst>
          </p:cNvPr>
          <p:cNvCxnSpPr/>
          <p:nvPr/>
        </p:nvCxnSpPr>
        <p:spPr>
          <a:xfrm rot="10800000" flipV="1">
            <a:off x="3158815" y="4581128"/>
            <a:ext cx="920961" cy="4212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A77096A-70E7-DEEB-0D9E-63556237DF35}"/>
              </a:ext>
            </a:extLst>
          </p:cNvPr>
          <p:cNvSpPr txBox="1"/>
          <p:nvPr/>
        </p:nvSpPr>
        <p:spPr>
          <a:xfrm>
            <a:off x="9167827" y="980728"/>
            <a:ext cx="2400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Cassette 1:4 (Splitters o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divisores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de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potencia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90073E7-F321-EE07-E1A7-34BDB3555652}"/>
              </a:ext>
            </a:extLst>
          </p:cNvPr>
          <p:cNvSpPr txBox="1"/>
          <p:nvPr/>
        </p:nvSpPr>
        <p:spPr>
          <a:xfrm>
            <a:off x="9192344" y="5306472"/>
            <a:ext cx="2400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Cassette 1:16 (Splitters o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divisores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de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portencia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6001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232A-E725-DF88-04AC-5796657D2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568" y="360011"/>
            <a:ext cx="7488832" cy="548709"/>
          </a:xfrm>
        </p:spPr>
        <p:txBody>
          <a:bodyPr>
            <a:normAutofit fontScale="90000"/>
          </a:bodyPr>
          <a:lstStyle/>
          <a:p>
            <a:pPr algn="ctr"/>
            <a:r>
              <a:rPr lang="es-ES" sz="4000" dirty="0">
                <a:latin typeface="Branding SF Narrow Black It" panose="00000A06000000000000" pitchFamily="2" charset="0"/>
              </a:rPr>
              <a:t>VALIDACIÓN DE POTENCIA (MINI RED)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427AB-AFE2-EE5D-0247-FB7A197C9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3695" y="6160219"/>
            <a:ext cx="2743200" cy="365125"/>
          </a:xfrm>
        </p:spPr>
        <p:txBody>
          <a:bodyPr/>
          <a:lstStyle/>
          <a:p>
            <a:fld id="{45A9FE1C-3628-0F40-B328-1C45B148FB20}" type="slidenum">
              <a:rPr lang="en-VE" smtClean="0"/>
              <a:pPr/>
              <a:t>21</a:t>
            </a:fld>
            <a:endParaRPr lang="en-VE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12C538-0CD9-0051-E491-1F3A7F2079BB}"/>
              </a:ext>
            </a:extLst>
          </p:cNvPr>
          <p:cNvSpPr txBox="1">
            <a:spLocks/>
          </p:cNvSpPr>
          <p:nvPr/>
        </p:nvSpPr>
        <p:spPr>
          <a:xfrm>
            <a:off x="1775520" y="616021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B59851B-F9A8-4F98-DC51-E02793002AFD}"/>
              </a:ext>
            </a:extLst>
          </p:cNvPr>
          <p:cNvGrpSpPr/>
          <p:nvPr/>
        </p:nvGrpSpPr>
        <p:grpSpPr>
          <a:xfrm>
            <a:off x="478470" y="1772816"/>
            <a:ext cx="11234154" cy="3528392"/>
            <a:chOff x="189333" y="2122300"/>
            <a:chExt cx="11234154" cy="3528392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7C38F74-44E4-CBEE-9109-C08C98DB6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0919" y="2753330"/>
              <a:ext cx="4752568" cy="874786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9FDB2552-CCDD-654D-EC97-02A3445EE696}"/>
                </a:ext>
              </a:extLst>
            </p:cNvPr>
            <p:cNvSpPr txBox="1"/>
            <p:nvPr/>
          </p:nvSpPr>
          <p:spPr>
            <a:xfrm>
              <a:off x="189333" y="2554348"/>
              <a:ext cx="59614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+mj-lt"/>
                </a:rPr>
                <a:t>Valores</a:t>
              </a:r>
              <a:r>
                <a:rPr lang="en-US" dirty="0">
                  <a:latin typeface="+mj-lt"/>
                </a:rPr>
                <a:t> de transmisión y recepción de una ONU: </a:t>
              </a:r>
            </a:p>
          </p:txBody>
        </p:sp>
        <p:cxnSp>
          <p:nvCxnSpPr>
            <p:cNvPr id="8" name="Conector angular 41">
              <a:extLst>
                <a:ext uri="{FF2B5EF4-FFF2-40B4-BE49-F238E27FC236}">
                  <a16:creationId xmlns:a16="http://schemas.microsoft.com/office/drawing/2014/main" id="{0C5F021A-D4F2-2D03-9A44-242EA4B760B7}"/>
                </a:ext>
              </a:extLst>
            </p:cNvPr>
            <p:cNvCxnSpPr/>
            <p:nvPr/>
          </p:nvCxnSpPr>
          <p:spPr>
            <a:xfrm>
              <a:off x="5588962" y="2554348"/>
              <a:ext cx="1081997" cy="58723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DF57498E-6530-AD3D-FE2B-CD30EDB16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7978" y="4831500"/>
              <a:ext cx="7893456" cy="819192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pic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DC038FA6-DA2E-F9D4-8F3B-17653DA02F95}"/>
                </a:ext>
              </a:extLst>
            </p:cNvPr>
            <p:cNvCxnSpPr/>
            <p:nvPr/>
          </p:nvCxnSpPr>
          <p:spPr>
            <a:xfrm>
              <a:off x="3170039" y="2986396"/>
              <a:ext cx="0" cy="17258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AADD5E29-347A-E52E-EC6B-643F9D215602}"/>
                </a:ext>
              </a:extLst>
            </p:cNvPr>
            <p:cNvSpPr/>
            <p:nvPr/>
          </p:nvSpPr>
          <p:spPr>
            <a:xfrm>
              <a:off x="1661280" y="2122300"/>
              <a:ext cx="30175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ONU Fuera de rango</a:t>
              </a:r>
            </a:p>
          </p:txBody>
        </p:sp>
      </p:grp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11D80DB-56FF-181C-C6BE-1FF53AAD0859}"/>
              </a:ext>
            </a:extLst>
          </p:cNvPr>
          <p:cNvSpPr/>
          <p:nvPr/>
        </p:nvSpPr>
        <p:spPr>
          <a:xfrm>
            <a:off x="1053927" y="1796087"/>
            <a:ext cx="4752568" cy="840825"/>
          </a:xfrm>
          <a:prstGeom prst="rect">
            <a:avLst/>
          </a:prstGeom>
          <a:noFill/>
          <a:ln w="19050">
            <a:solidFill>
              <a:srgbClr val="FFA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4959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232A-E725-DF88-04AC-5796657D2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49958"/>
            <a:ext cx="12169352" cy="874786"/>
          </a:xfrm>
        </p:spPr>
        <p:txBody>
          <a:bodyPr>
            <a:noAutofit/>
          </a:bodyPr>
          <a:lstStyle/>
          <a:p>
            <a:r>
              <a:rPr lang="es-ES" sz="3000" dirty="0">
                <a:latin typeface="Branding SF Narrow Black It" panose="00000A06000000000000" pitchFamily="2" charset="0"/>
              </a:rPr>
              <a:t>VERIFICACIÓN DE LA VELOCIDAD DE NEGOCIACIÓN DEL PUERTO ETHERNET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427AB-AFE2-EE5D-0247-FB7A197C9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9424" y="6165305"/>
            <a:ext cx="2743200" cy="365125"/>
          </a:xfrm>
        </p:spPr>
        <p:txBody>
          <a:bodyPr/>
          <a:lstStyle/>
          <a:p>
            <a:fld id="{45A9FE1C-3628-0F40-B328-1C45B148FB20}" type="slidenum">
              <a:rPr lang="en-VE" smtClean="0"/>
              <a:pPr/>
              <a:t>22</a:t>
            </a:fld>
            <a:endParaRPr lang="en-VE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12C538-0CD9-0051-E491-1F3A7F2079BB}"/>
              </a:ext>
            </a:extLst>
          </p:cNvPr>
          <p:cNvSpPr txBox="1">
            <a:spLocks/>
          </p:cNvSpPr>
          <p:nvPr/>
        </p:nvSpPr>
        <p:spPr>
          <a:xfrm>
            <a:off x="1768624" y="6165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VICEPRESIDENCIA DE INGENIERÍA </a:t>
            </a:r>
          </a:p>
          <a:p>
            <a:r>
              <a:rPr lang="es-ES" dirty="0"/>
              <a:t>Y OPERACIONES TÉCNICAS</a:t>
            </a:r>
            <a:endParaRPr lang="en-VE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7146D34-BCC9-D500-F18F-3F30A7D5B413}"/>
              </a:ext>
            </a:extLst>
          </p:cNvPr>
          <p:cNvGrpSpPr/>
          <p:nvPr/>
        </p:nvGrpSpPr>
        <p:grpSpPr>
          <a:xfrm>
            <a:off x="551384" y="1006124"/>
            <a:ext cx="4896544" cy="2998940"/>
            <a:chOff x="1115848" y="1586796"/>
            <a:chExt cx="7315200" cy="4286103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0A13612-EA87-A280-09E1-F31979D91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848" y="1586796"/>
              <a:ext cx="7315200" cy="4157336"/>
            </a:xfrm>
            <a:prstGeom prst="rect">
              <a:avLst/>
            </a:prstGeom>
          </p:spPr>
        </p:pic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F9C1D3A-2872-0EE5-CF51-8C81BAC5BFDF}"/>
                </a:ext>
              </a:extLst>
            </p:cNvPr>
            <p:cNvSpPr/>
            <p:nvPr/>
          </p:nvSpPr>
          <p:spPr>
            <a:xfrm>
              <a:off x="1348032" y="5439266"/>
              <a:ext cx="405353" cy="43363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n>
                  <a:solidFill>
                    <a:srgbClr val="FF0000"/>
                  </a:solidFill>
                </a:ln>
                <a:noFill/>
              </a:endParaRPr>
            </a:p>
          </p:txBody>
        </p: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BC4BD410-0B06-46BF-CD98-E58579C5F04C}"/>
                </a:ext>
              </a:extLst>
            </p:cNvPr>
            <p:cNvCxnSpPr>
              <a:stCxn id="14" idx="0"/>
            </p:cNvCxnSpPr>
            <p:nvPr/>
          </p:nvCxnSpPr>
          <p:spPr>
            <a:xfrm flipV="1">
              <a:off x="1550709" y="2139885"/>
              <a:ext cx="1861794" cy="329938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F44E9EBE-76AE-D772-7847-0707D4A55E4D}"/>
                </a:ext>
              </a:extLst>
            </p:cNvPr>
            <p:cNvSpPr/>
            <p:nvPr/>
          </p:nvSpPr>
          <p:spPr>
            <a:xfrm>
              <a:off x="2903456" y="3157979"/>
              <a:ext cx="1791092" cy="4147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584C1F6C-E712-B8C6-7B3D-68FAE16AC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3557" y="1006674"/>
            <a:ext cx="4572000" cy="2080279"/>
          </a:xfrm>
          <a:prstGeom prst="rect">
            <a:avLst/>
          </a:prstGeom>
        </p:spPr>
      </p:pic>
      <p:sp>
        <p:nvSpPr>
          <p:cNvPr id="18" name="Elipse 17">
            <a:extLst>
              <a:ext uri="{FF2B5EF4-FFF2-40B4-BE49-F238E27FC236}">
                <a16:creationId xmlns:a16="http://schemas.microsoft.com/office/drawing/2014/main" id="{83227BB5-A5B8-D541-E110-D491A244D7CC}"/>
              </a:ext>
            </a:extLst>
          </p:cNvPr>
          <p:cNvSpPr/>
          <p:nvPr/>
        </p:nvSpPr>
        <p:spPr>
          <a:xfrm>
            <a:off x="6687140" y="1431352"/>
            <a:ext cx="2282284" cy="44385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80ABC08-E313-5967-104C-2E6699A3C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4291" y="3198595"/>
            <a:ext cx="3978358" cy="2049457"/>
          </a:xfrm>
          <a:prstGeom prst="rect">
            <a:avLst/>
          </a:prstGeom>
        </p:spPr>
      </p:pic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E81FEB9-A8BD-30A1-F72A-E23BEC7BA159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2946843" y="1624745"/>
            <a:ext cx="3706748" cy="6258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CB4DCE4-AAFF-2ED9-17E0-B78D33349E51}"/>
              </a:ext>
            </a:extLst>
          </p:cNvPr>
          <p:cNvCxnSpPr>
            <a:cxnSpLocks/>
          </p:cNvCxnSpPr>
          <p:nvPr/>
        </p:nvCxnSpPr>
        <p:spPr>
          <a:xfrm>
            <a:off x="8958759" y="1653279"/>
            <a:ext cx="0" cy="18283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Elipse 21">
            <a:extLst>
              <a:ext uri="{FF2B5EF4-FFF2-40B4-BE49-F238E27FC236}">
                <a16:creationId xmlns:a16="http://schemas.microsoft.com/office/drawing/2014/main" id="{DC0E42F1-9D6C-C9E9-A519-6850218C81AD}"/>
              </a:ext>
            </a:extLst>
          </p:cNvPr>
          <p:cNvSpPr/>
          <p:nvPr/>
        </p:nvSpPr>
        <p:spPr>
          <a:xfrm>
            <a:off x="8071035" y="3733540"/>
            <a:ext cx="1047634" cy="20673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25F7B86-A71B-38A7-3535-887F47D8C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7244" y="4223323"/>
            <a:ext cx="2969759" cy="2267724"/>
          </a:xfrm>
          <a:prstGeom prst="rect">
            <a:avLst/>
          </a:prstGeom>
        </p:spPr>
      </p:pic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3297558-A127-CC1D-4D15-EFD743849CD2}"/>
              </a:ext>
            </a:extLst>
          </p:cNvPr>
          <p:cNvCxnSpPr>
            <a:cxnSpLocks/>
          </p:cNvCxnSpPr>
          <p:nvPr/>
        </p:nvCxnSpPr>
        <p:spPr>
          <a:xfrm flipH="1">
            <a:off x="4982768" y="3839987"/>
            <a:ext cx="3097638" cy="10491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FD52C6E-7F15-4E23-5A8A-15B8E94095C3}"/>
              </a:ext>
            </a:extLst>
          </p:cNvPr>
          <p:cNvCxnSpPr>
            <a:cxnSpLocks/>
          </p:cNvCxnSpPr>
          <p:nvPr/>
        </p:nvCxnSpPr>
        <p:spPr>
          <a:xfrm>
            <a:off x="5005216" y="5036183"/>
            <a:ext cx="1349119" cy="42789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52FE86C8-E6CB-C289-3D4A-0D1266FBC3F4}"/>
              </a:ext>
            </a:extLst>
          </p:cNvPr>
          <p:cNvSpPr/>
          <p:nvPr/>
        </p:nvSpPr>
        <p:spPr>
          <a:xfrm>
            <a:off x="6391015" y="5391353"/>
            <a:ext cx="296125" cy="26832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EFA5166-0F77-A58D-FF42-300509C737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6530" y="5272895"/>
            <a:ext cx="1856446" cy="86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78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9A212-022D-A233-3792-7A8B5F0E9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400" y="2302817"/>
            <a:ext cx="9144000" cy="1558231"/>
          </a:xfrm>
        </p:spPr>
        <p:txBody>
          <a:bodyPr/>
          <a:lstStyle/>
          <a:p>
            <a:r>
              <a:rPr lang="es-ES" sz="11500" b="1" dirty="0">
                <a:latin typeface="Branding SF Narrow Black It" panose="00000A06000000000000" pitchFamily="2" charset="0"/>
              </a:rPr>
              <a:t>Gracias</a:t>
            </a:r>
            <a:endParaRPr lang="en-VE" sz="11500" b="1" dirty="0">
              <a:latin typeface="Branding SF Narrow Black It" panose="00000A06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1F4E6-8683-C9B8-4BAF-4E67D0B71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581128"/>
            <a:ext cx="9055286" cy="810644"/>
          </a:xfrm>
        </p:spPr>
        <p:txBody>
          <a:bodyPr/>
          <a:lstStyle/>
          <a:p>
            <a:r>
              <a:rPr lang="es-ES" sz="4000" dirty="0">
                <a:latin typeface="Branding SF Narrow SemiBold" panose="00000706000000000000" pitchFamily="2" charset="0"/>
              </a:rPr>
              <a:t>Tu mundo, </a:t>
            </a:r>
            <a:r>
              <a:rPr lang="es-ES" sz="4000" b="1" i="1" dirty="0">
                <a:latin typeface="Branding SF Narrow Bold Italic" panose="00000806000000000000" pitchFamily="2" charset="0"/>
              </a:rPr>
              <a:t>nuestro compromiso</a:t>
            </a:r>
            <a:endParaRPr lang="en-VE" sz="4000" b="1" i="1" dirty="0">
              <a:latin typeface="Branding SF Narrow Bold Italic" panose="00000806000000000000" pitchFamily="2" charset="0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1A554A4-892C-0ED6-F485-6B01B0A766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7064" y="6093296"/>
            <a:ext cx="4114800" cy="365125"/>
          </a:xfrm>
        </p:spPr>
        <p:txBody>
          <a:bodyPr/>
          <a:lstStyle/>
          <a:p>
            <a:r>
              <a:rPr lang="es-ES" dirty="0"/>
              <a:t>VICEPRESIDENCIA DE INGENIERÍA </a:t>
            </a:r>
          </a:p>
          <a:p>
            <a:r>
              <a:rPr lang="es-ES" dirty="0"/>
              <a:t>OPERACIONES TÉCNICAS</a:t>
            </a:r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1485551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6631</TotalTime>
  <Words>1760</Words>
  <Application>Microsoft Office PowerPoint</Application>
  <PresentationFormat>Panorámica</PresentationFormat>
  <Paragraphs>266</Paragraphs>
  <Slides>23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Arial</vt:lpstr>
      <vt:lpstr>Branding SF Narrow Black It</vt:lpstr>
      <vt:lpstr>Branding SF Narrow Bold It</vt:lpstr>
      <vt:lpstr>Branding SF Narrow Bold Italic</vt:lpstr>
      <vt:lpstr>Branding SF Narrow SemiBold</vt:lpstr>
      <vt:lpstr>Calibri</vt:lpstr>
      <vt:lpstr>Calibri Light</vt:lpstr>
      <vt:lpstr>Office Theme</vt:lpstr>
      <vt:lpstr>Red FTTH</vt:lpstr>
      <vt:lpstr>RED FTTH</vt:lpstr>
      <vt:lpstr>RED FTTH</vt:lpstr>
      <vt:lpstr>RED FTTH</vt:lpstr>
      <vt:lpstr>RED FTTH</vt:lpstr>
      <vt:lpstr>VISIÓN GENERAL DE LA RED FTTH</vt:lpstr>
      <vt:lpstr>VISIÓN GENERAL DE LA RED FTTH</vt:lpstr>
      <vt:lpstr>VISIÓN GENERAL DE LA RED FTTH</vt:lpstr>
      <vt:lpstr>ACTIVIDADES SOBRE LA OLT</vt:lpstr>
      <vt:lpstr>CONFIGURACIÓN DE OLT</vt:lpstr>
      <vt:lpstr>HARDWARE NECESARIO PARA CONFIGURACIÓN DE OLT</vt:lpstr>
      <vt:lpstr>PORTCHANNEL OLT</vt:lpstr>
      <vt:lpstr>HARDWARE NECESARIO PARA PORTCHANNEL SOBRE OLT</vt:lpstr>
      <vt:lpstr>ACTIVIDADES SOBRE SERVIDOR 815</vt:lpstr>
      <vt:lpstr>SET UP DE SERVIDOR 815 GATEWAY </vt:lpstr>
      <vt:lpstr>PORTCHANNEL SERVIDOR 815 </vt:lpstr>
      <vt:lpstr>HARDWARE NECESARIO PARA CONFIGURACIÓN DE OLT </vt:lpstr>
      <vt:lpstr>TROUBLESHOOTING O ATENCIÓN DE FALLAS</vt:lpstr>
      <vt:lpstr>FALLAS DESCRITAS EN EL SOPORTE ARU</vt:lpstr>
      <vt:lpstr>VALIDACIÓN DE POTENCIA (MINI RED)</vt:lpstr>
      <vt:lpstr>VALIDACIÓN DE POTENCIA (MINI RED)</vt:lpstr>
      <vt:lpstr>VERIFICACIÓN DE LA VELOCIDAD DE NEGOCIACIÓN DEL PUERTO ETHERNET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Adelis  Mejia</cp:lastModifiedBy>
  <cp:revision>55</cp:revision>
  <dcterms:created xsi:type="dcterms:W3CDTF">2023-11-03T18:59:38Z</dcterms:created>
  <dcterms:modified xsi:type="dcterms:W3CDTF">2025-06-06T12:32:43Z</dcterms:modified>
</cp:coreProperties>
</file>